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93" r:id="rId2"/>
    <p:sldId id="284" r:id="rId3"/>
    <p:sldId id="282" r:id="rId4"/>
    <p:sldId id="257" r:id="rId5"/>
    <p:sldId id="276" r:id="rId6"/>
    <p:sldId id="258" r:id="rId7"/>
    <p:sldId id="304" r:id="rId8"/>
    <p:sldId id="297" r:id="rId9"/>
    <p:sldId id="277" r:id="rId10"/>
    <p:sldId id="285" r:id="rId11"/>
    <p:sldId id="294" r:id="rId12"/>
    <p:sldId id="295" r:id="rId13"/>
    <p:sldId id="296" r:id="rId14"/>
    <p:sldId id="259" r:id="rId15"/>
    <p:sldId id="286" r:id="rId16"/>
    <p:sldId id="287" r:id="rId17"/>
    <p:sldId id="288" r:id="rId18"/>
    <p:sldId id="290" r:id="rId19"/>
    <p:sldId id="291" r:id="rId20"/>
    <p:sldId id="292" r:id="rId21"/>
    <p:sldId id="279" r:id="rId22"/>
    <p:sldId id="283" r:id="rId23"/>
    <p:sldId id="289" r:id="rId24"/>
    <p:sldId id="281" r:id="rId25"/>
    <p:sldId id="299" r:id="rId26"/>
    <p:sldId id="301" r:id="rId27"/>
    <p:sldId id="300" r:id="rId28"/>
    <p:sldId id="302" r:id="rId29"/>
    <p:sldId id="303" r:id="rId30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na O." userId="7662ae83e9ec18d7" providerId="LiveId" clId="{7209B48C-E8F9-490B-8005-469ABB023EA5}"/>
    <pc:docChg chg="undo custSel addSld delSld modSld sldOrd">
      <pc:chgData name="Meena O." userId="7662ae83e9ec18d7" providerId="LiveId" clId="{7209B48C-E8F9-490B-8005-469ABB023EA5}" dt="2025-10-24T08:27:01.523" v="3796" actId="20577"/>
      <pc:docMkLst>
        <pc:docMk/>
      </pc:docMkLst>
      <pc:sldChg chg="modSp del mod">
        <pc:chgData name="Meena O." userId="7662ae83e9ec18d7" providerId="LiveId" clId="{7209B48C-E8F9-490B-8005-469ABB023EA5}" dt="2025-10-09T17:09:52.703" v="2260" actId="47"/>
        <pc:sldMkLst>
          <pc:docMk/>
          <pc:sldMk cId="4024624183" sldId="256"/>
        </pc:sldMkLst>
      </pc:sldChg>
      <pc:sldChg chg="modSp mod">
        <pc:chgData name="Meena O." userId="7662ae83e9ec18d7" providerId="LiveId" clId="{7209B48C-E8F9-490B-8005-469ABB023EA5}" dt="2025-10-21T09:01:20.348" v="3697" actId="20577"/>
        <pc:sldMkLst>
          <pc:docMk/>
          <pc:sldMk cId="2513940995" sldId="257"/>
        </pc:sldMkLst>
        <pc:spChg chg="mod">
          <ac:chgData name="Meena O." userId="7662ae83e9ec18d7" providerId="LiveId" clId="{7209B48C-E8F9-490B-8005-469ABB023EA5}" dt="2025-10-21T09:01:20.348" v="3697" actId="20577"/>
          <ac:spMkLst>
            <pc:docMk/>
            <pc:sldMk cId="2513940995" sldId="257"/>
            <ac:spMk id="2" creationId="{548041C2-65FD-F43E-3A2B-E9D7FAA298D8}"/>
          </ac:spMkLst>
        </pc:spChg>
        <pc:spChg chg="mod">
          <ac:chgData name="Meena O." userId="7662ae83e9ec18d7" providerId="LiveId" clId="{7209B48C-E8F9-490B-8005-469ABB023EA5}" dt="2025-10-21T08:55:06.174" v="3564" actId="1036"/>
          <ac:spMkLst>
            <pc:docMk/>
            <pc:sldMk cId="2513940995" sldId="257"/>
            <ac:spMk id="3" creationId="{411E5C91-7DB5-4EF7-259D-DFD10B6A8ED8}"/>
          </ac:spMkLst>
        </pc:spChg>
      </pc:sldChg>
      <pc:sldChg chg="modSp new mod">
        <pc:chgData name="Meena O." userId="7662ae83e9ec18d7" providerId="LiveId" clId="{7209B48C-E8F9-490B-8005-469ABB023EA5}" dt="2025-10-21T09:00:30.101" v="3684" actId="113"/>
        <pc:sldMkLst>
          <pc:docMk/>
          <pc:sldMk cId="3470221282" sldId="258"/>
        </pc:sldMkLst>
        <pc:spChg chg="mod">
          <ac:chgData name="Meena O." userId="7662ae83e9ec18d7" providerId="LiveId" clId="{7209B48C-E8F9-490B-8005-469ABB023EA5}" dt="2025-10-21T09:00:30.101" v="3684" actId="113"/>
          <ac:spMkLst>
            <pc:docMk/>
            <pc:sldMk cId="3470221282" sldId="258"/>
            <ac:spMk id="2" creationId="{E1F932DA-F0CA-C792-7C8A-263A780CB859}"/>
          </ac:spMkLst>
        </pc:spChg>
        <pc:spChg chg="mod">
          <ac:chgData name="Meena O." userId="7662ae83e9ec18d7" providerId="LiveId" clId="{7209B48C-E8F9-490B-8005-469ABB023EA5}" dt="2025-10-21T08:56:00.984" v="3587" actId="5793"/>
          <ac:spMkLst>
            <pc:docMk/>
            <pc:sldMk cId="3470221282" sldId="258"/>
            <ac:spMk id="3" creationId="{B3EF1546-B51F-C21F-B938-F367BFBBDC2F}"/>
          </ac:spMkLst>
        </pc:spChg>
      </pc:sldChg>
      <pc:sldChg chg="modSp new mod">
        <pc:chgData name="Meena O." userId="7662ae83e9ec18d7" providerId="LiveId" clId="{7209B48C-E8F9-490B-8005-469ABB023EA5}" dt="2025-10-16T08:42:14.780" v="2439" actId="20577"/>
        <pc:sldMkLst>
          <pc:docMk/>
          <pc:sldMk cId="2224781813" sldId="259"/>
        </pc:sldMkLst>
        <pc:spChg chg="mod">
          <ac:chgData name="Meena O." userId="7662ae83e9ec18d7" providerId="LiveId" clId="{7209B48C-E8F9-490B-8005-469ABB023EA5}" dt="2025-10-09T10:13:32.536" v="1400" actId="113"/>
          <ac:spMkLst>
            <pc:docMk/>
            <pc:sldMk cId="2224781813" sldId="259"/>
            <ac:spMk id="2" creationId="{859D92A3-2C5B-F08C-46C2-B0BAD7AB958B}"/>
          </ac:spMkLst>
        </pc:spChg>
        <pc:spChg chg="mod">
          <ac:chgData name="Meena O." userId="7662ae83e9ec18d7" providerId="LiveId" clId="{7209B48C-E8F9-490B-8005-469ABB023EA5}" dt="2025-10-16T08:42:14.780" v="2439" actId="20577"/>
          <ac:spMkLst>
            <pc:docMk/>
            <pc:sldMk cId="2224781813" sldId="259"/>
            <ac:spMk id="3" creationId="{6BF3A652-5DC2-C970-9B52-E7443D486913}"/>
          </ac:spMkLst>
        </pc:spChg>
      </pc:sldChg>
      <pc:sldChg chg="addSp modSp new del mod">
        <pc:chgData name="Meena O." userId="7662ae83e9ec18d7" providerId="LiveId" clId="{7209B48C-E8F9-490B-8005-469ABB023EA5}" dt="2025-10-09T10:50:12.345" v="1722" actId="47"/>
        <pc:sldMkLst>
          <pc:docMk/>
          <pc:sldMk cId="3697712840" sldId="260"/>
        </pc:sldMkLst>
      </pc:sldChg>
      <pc:sldChg chg="addSp delSp modSp new del mod">
        <pc:chgData name="Meena O." userId="7662ae83e9ec18d7" providerId="LiveId" clId="{7209B48C-E8F9-490B-8005-469ABB023EA5}" dt="2025-10-04T19:43:12.182" v="651" actId="47"/>
        <pc:sldMkLst>
          <pc:docMk/>
          <pc:sldMk cId="506482413" sldId="261"/>
        </pc:sldMkLst>
      </pc:sldChg>
      <pc:sldChg chg="addSp delSp modSp new del mod">
        <pc:chgData name="Meena O." userId="7662ae83e9ec18d7" providerId="LiveId" clId="{7209B48C-E8F9-490B-8005-469ABB023EA5}" dt="2025-10-09T10:46:19.799" v="1638" actId="2696"/>
        <pc:sldMkLst>
          <pc:docMk/>
          <pc:sldMk cId="1004462220" sldId="262"/>
        </pc:sldMkLst>
      </pc:sldChg>
      <pc:sldChg chg="modSp add del mod">
        <pc:chgData name="Meena O." userId="7662ae83e9ec18d7" providerId="LiveId" clId="{7209B48C-E8F9-490B-8005-469ABB023EA5}" dt="2025-10-09T10:56:33.028" v="1777" actId="47"/>
        <pc:sldMkLst>
          <pc:docMk/>
          <pc:sldMk cId="3796424854" sldId="262"/>
        </pc:sldMkLst>
      </pc:sldChg>
      <pc:sldChg chg="modSp add del mod">
        <pc:chgData name="Meena O." userId="7662ae83e9ec18d7" providerId="LiveId" clId="{7209B48C-E8F9-490B-8005-469ABB023EA5}" dt="2025-10-09T10:46:19.799" v="1638" actId="2696"/>
        <pc:sldMkLst>
          <pc:docMk/>
          <pc:sldMk cId="336729230" sldId="263"/>
        </pc:sldMkLst>
      </pc:sldChg>
      <pc:sldChg chg="add del">
        <pc:chgData name="Meena O." userId="7662ae83e9ec18d7" providerId="LiveId" clId="{7209B48C-E8F9-490B-8005-469ABB023EA5}" dt="2025-10-09T10:56:33.741" v="1778" actId="47"/>
        <pc:sldMkLst>
          <pc:docMk/>
          <pc:sldMk cId="2608972589" sldId="263"/>
        </pc:sldMkLst>
      </pc:sldChg>
      <pc:sldChg chg="modSp add del mod">
        <pc:chgData name="Meena O." userId="7662ae83e9ec18d7" providerId="LiveId" clId="{7209B48C-E8F9-490B-8005-469ABB023EA5}" dt="2025-10-09T10:46:19.799" v="1638" actId="2696"/>
        <pc:sldMkLst>
          <pc:docMk/>
          <pc:sldMk cId="1607842033" sldId="264"/>
        </pc:sldMkLst>
      </pc:sldChg>
      <pc:sldChg chg="add del">
        <pc:chgData name="Meena O." userId="7662ae83e9ec18d7" providerId="LiveId" clId="{7209B48C-E8F9-490B-8005-469ABB023EA5}" dt="2025-10-09T10:56:34.382" v="1779" actId="47"/>
        <pc:sldMkLst>
          <pc:docMk/>
          <pc:sldMk cId="3927786455" sldId="264"/>
        </pc:sldMkLst>
      </pc:sldChg>
      <pc:sldChg chg="add del">
        <pc:chgData name="Meena O." userId="7662ae83e9ec18d7" providerId="LiveId" clId="{7209B48C-E8F9-490B-8005-469ABB023EA5}" dt="2025-10-09T10:56:35.047" v="1780" actId="47"/>
        <pc:sldMkLst>
          <pc:docMk/>
          <pc:sldMk cId="2227174803" sldId="265"/>
        </pc:sldMkLst>
      </pc:sldChg>
      <pc:sldChg chg="modSp add del mod">
        <pc:chgData name="Meena O." userId="7662ae83e9ec18d7" providerId="LiveId" clId="{7209B48C-E8F9-490B-8005-469ABB023EA5}" dt="2025-10-09T10:46:19.799" v="1638" actId="2696"/>
        <pc:sldMkLst>
          <pc:docMk/>
          <pc:sldMk cId="3136930625" sldId="265"/>
        </pc:sldMkLst>
      </pc:sldChg>
      <pc:sldChg chg="modSp new del mod">
        <pc:chgData name="Meena O." userId="7662ae83e9ec18d7" providerId="LiveId" clId="{7209B48C-E8F9-490B-8005-469ABB023EA5}" dt="2025-10-09T11:33:09.226" v="2257" actId="47"/>
        <pc:sldMkLst>
          <pc:docMk/>
          <pc:sldMk cId="294894220" sldId="266"/>
        </pc:sldMkLst>
      </pc:sldChg>
      <pc:sldChg chg="addSp delSp modSp new del mod">
        <pc:chgData name="Meena O." userId="7662ae83e9ec18d7" providerId="LiveId" clId="{7209B48C-E8F9-490B-8005-469ABB023EA5}" dt="2025-10-16T15:18:33.086" v="3432" actId="47"/>
        <pc:sldMkLst>
          <pc:docMk/>
          <pc:sldMk cId="3672379503" sldId="267"/>
        </pc:sldMkLst>
      </pc:sldChg>
      <pc:sldChg chg="modSp new del mod">
        <pc:chgData name="Meena O." userId="7662ae83e9ec18d7" providerId="LiveId" clId="{7209B48C-E8F9-490B-8005-469ABB023EA5}" dt="2025-10-16T15:18:34.012" v="3433" actId="47"/>
        <pc:sldMkLst>
          <pc:docMk/>
          <pc:sldMk cId="1690443741" sldId="268"/>
        </pc:sldMkLst>
      </pc:sldChg>
      <pc:sldChg chg="modSp new del mod">
        <pc:chgData name="Meena O." userId="7662ae83e9ec18d7" providerId="LiveId" clId="{7209B48C-E8F9-490B-8005-469ABB023EA5}" dt="2025-10-16T15:18:34.744" v="3434" actId="47"/>
        <pc:sldMkLst>
          <pc:docMk/>
          <pc:sldMk cId="3672166439" sldId="269"/>
        </pc:sldMkLst>
      </pc:sldChg>
      <pc:sldChg chg="modSp new del mod">
        <pc:chgData name="Meena O." userId="7662ae83e9ec18d7" providerId="LiveId" clId="{7209B48C-E8F9-490B-8005-469ABB023EA5}" dt="2025-10-16T15:18:36.322" v="3435" actId="47"/>
        <pc:sldMkLst>
          <pc:docMk/>
          <pc:sldMk cId="1787506222" sldId="270"/>
        </pc:sldMkLst>
      </pc:sldChg>
      <pc:sldChg chg="modSp new del mod">
        <pc:chgData name="Meena O." userId="7662ae83e9ec18d7" providerId="LiveId" clId="{7209B48C-E8F9-490B-8005-469ABB023EA5}" dt="2025-10-16T15:18:37.476" v="3436" actId="47"/>
        <pc:sldMkLst>
          <pc:docMk/>
          <pc:sldMk cId="3064248166" sldId="271"/>
        </pc:sldMkLst>
      </pc:sldChg>
      <pc:sldChg chg="modSp new del mod">
        <pc:chgData name="Meena O." userId="7662ae83e9ec18d7" providerId="LiveId" clId="{7209B48C-E8F9-490B-8005-469ABB023EA5}" dt="2025-10-16T15:18:38.067" v="3437" actId="47"/>
        <pc:sldMkLst>
          <pc:docMk/>
          <pc:sldMk cId="4032504886" sldId="272"/>
        </pc:sldMkLst>
      </pc:sldChg>
      <pc:sldChg chg="modSp new del mod">
        <pc:chgData name="Meena O." userId="7662ae83e9ec18d7" providerId="LiveId" clId="{7209B48C-E8F9-490B-8005-469ABB023EA5}" dt="2025-10-16T15:18:38.842" v="3438" actId="47"/>
        <pc:sldMkLst>
          <pc:docMk/>
          <pc:sldMk cId="1843944938" sldId="273"/>
        </pc:sldMkLst>
      </pc:sldChg>
      <pc:sldChg chg="modSp new del mod">
        <pc:chgData name="Meena O." userId="7662ae83e9ec18d7" providerId="LiveId" clId="{7209B48C-E8F9-490B-8005-469ABB023EA5}" dt="2025-10-16T15:18:39.972" v="3439" actId="47"/>
        <pc:sldMkLst>
          <pc:docMk/>
          <pc:sldMk cId="1365899102" sldId="274"/>
        </pc:sldMkLst>
      </pc:sldChg>
      <pc:sldChg chg="modSp new del mod">
        <pc:chgData name="Meena O." userId="7662ae83e9ec18d7" providerId="LiveId" clId="{7209B48C-E8F9-490B-8005-469ABB023EA5}" dt="2025-10-16T15:18:40.822" v="3440" actId="47"/>
        <pc:sldMkLst>
          <pc:docMk/>
          <pc:sldMk cId="3161421665" sldId="275"/>
        </pc:sldMkLst>
      </pc:sldChg>
      <pc:sldChg chg="modSp new mod ord">
        <pc:chgData name="Meena O." userId="7662ae83e9ec18d7" providerId="LiveId" clId="{7209B48C-E8F9-490B-8005-469ABB023EA5}" dt="2025-10-21T09:00:39.867" v="3686"/>
        <pc:sldMkLst>
          <pc:docMk/>
          <pc:sldMk cId="1883947697" sldId="276"/>
        </pc:sldMkLst>
        <pc:spChg chg="mod">
          <ac:chgData name="Meena O." userId="7662ae83e9ec18d7" providerId="LiveId" clId="{7209B48C-E8F9-490B-8005-469ABB023EA5}" dt="2025-10-09T10:06:28.227" v="1253" actId="20577"/>
          <ac:spMkLst>
            <pc:docMk/>
            <pc:sldMk cId="1883947697" sldId="276"/>
            <ac:spMk id="2" creationId="{1280EBE3-C9DC-C251-6CFE-1E1F0728F01D}"/>
          </ac:spMkLst>
        </pc:spChg>
        <pc:spChg chg="mod">
          <ac:chgData name="Meena O." userId="7662ae83e9ec18d7" providerId="LiveId" clId="{7209B48C-E8F9-490B-8005-469ABB023EA5}" dt="2025-10-08T23:02:40.514" v="833"/>
          <ac:spMkLst>
            <pc:docMk/>
            <pc:sldMk cId="1883947697" sldId="276"/>
            <ac:spMk id="3" creationId="{C3C89096-A9F5-A909-E7BE-B38FA82D9322}"/>
          </ac:spMkLst>
        </pc:spChg>
      </pc:sldChg>
      <pc:sldChg chg="modSp new mod">
        <pc:chgData name="Meena O." userId="7662ae83e9ec18d7" providerId="LiveId" clId="{7209B48C-E8F9-490B-8005-469ABB023EA5}" dt="2025-10-09T10:12:47.848" v="1395" actId="20577"/>
        <pc:sldMkLst>
          <pc:docMk/>
          <pc:sldMk cId="290193459" sldId="277"/>
        </pc:sldMkLst>
        <pc:spChg chg="mod">
          <ac:chgData name="Meena O." userId="7662ae83e9ec18d7" providerId="LiveId" clId="{7209B48C-E8F9-490B-8005-469ABB023EA5}" dt="2025-10-09T10:06:38.381" v="1255" actId="113"/>
          <ac:spMkLst>
            <pc:docMk/>
            <pc:sldMk cId="290193459" sldId="277"/>
            <ac:spMk id="2" creationId="{11DCAD49-984C-DF60-7526-3A8F7BEB9947}"/>
          </ac:spMkLst>
        </pc:spChg>
        <pc:spChg chg="mod">
          <ac:chgData name="Meena O." userId="7662ae83e9ec18d7" providerId="LiveId" clId="{7209B48C-E8F9-490B-8005-469ABB023EA5}" dt="2025-10-09T10:12:47.848" v="1395" actId="20577"/>
          <ac:spMkLst>
            <pc:docMk/>
            <pc:sldMk cId="290193459" sldId="277"/>
            <ac:spMk id="3" creationId="{9157E03A-7592-B83F-66FC-B85F60A62CF5}"/>
          </ac:spMkLst>
        </pc:spChg>
      </pc:sldChg>
      <pc:sldChg chg="new del">
        <pc:chgData name="Meena O." userId="7662ae83e9ec18d7" providerId="LiveId" clId="{7209B48C-E8F9-490B-8005-469ABB023EA5}" dt="2025-10-04T19:51:31.888" v="776" actId="47"/>
        <pc:sldMkLst>
          <pc:docMk/>
          <pc:sldMk cId="2999217879" sldId="278"/>
        </pc:sldMkLst>
      </pc:sldChg>
      <pc:sldChg chg="modSp new del mod ord">
        <pc:chgData name="Meena O." userId="7662ae83e9ec18d7" providerId="LiveId" clId="{7209B48C-E8F9-490B-8005-469ABB023EA5}" dt="2025-10-09T10:47:46.202" v="1645" actId="2696"/>
        <pc:sldMkLst>
          <pc:docMk/>
          <pc:sldMk cId="2733685088" sldId="279"/>
        </pc:sldMkLst>
      </pc:sldChg>
      <pc:sldChg chg="modSp add mod">
        <pc:chgData name="Meena O." userId="7662ae83e9ec18d7" providerId="LiveId" clId="{7209B48C-E8F9-490B-8005-469ABB023EA5}" dt="2025-10-09T11:33:01.215" v="2256" actId="20577"/>
        <pc:sldMkLst>
          <pc:docMk/>
          <pc:sldMk cId="3859078583" sldId="279"/>
        </pc:sldMkLst>
        <pc:spChg chg="mod">
          <ac:chgData name="Meena O." userId="7662ae83e9ec18d7" providerId="LiveId" clId="{7209B48C-E8F9-490B-8005-469ABB023EA5}" dt="2025-10-09T10:48:27.577" v="1712" actId="20577"/>
          <ac:spMkLst>
            <pc:docMk/>
            <pc:sldMk cId="3859078583" sldId="279"/>
            <ac:spMk id="2" creationId="{A52C8436-D800-3713-FE75-F2C4D2E5171F}"/>
          </ac:spMkLst>
        </pc:spChg>
        <pc:spChg chg="mod">
          <ac:chgData name="Meena O." userId="7662ae83e9ec18d7" providerId="LiveId" clId="{7209B48C-E8F9-490B-8005-469ABB023EA5}" dt="2025-10-09T11:33:01.215" v="2256" actId="20577"/>
          <ac:spMkLst>
            <pc:docMk/>
            <pc:sldMk cId="3859078583" sldId="279"/>
            <ac:spMk id="3" creationId="{F1A015EB-9B17-22AB-411C-1AD829F0DF8A}"/>
          </ac:spMkLst>
        </pc:spChg>
      </pc:sldChg>
      <pc:sldChg chg="addSp delSp modSp new del mod ord">
        <pc:chgData name="Meena O." userId="7662ae83e9ec18d7" providerId="LiveId" clId="{7209B48C-E8F9-490B-8005-469ABB023EA5}" dt="2025-10-09T10:43:21.194" v="1608" actId="47"/>
        <pc:sldMkLst>
          <pc:docMk/>
          <pc:sldMk cId="4051533275" sldId="280"/>
        </pc:sldMkLst>
      </pc:sldChg>
      <pc:sldChg chg="addSp delSp modSp new mod">
        <pc:chgData name="Meena O." userId="7662ae83e9ec18d7" providerId="LiveId" clId="{7209B48C-E8F9-490B-8005-469ABB023EA5}" dt="2025-10-16T15:19:14.011" v="3446" actId="27636"/>
        <pc:sldMkLst>
          <pc:docMk/>
          <pc:sldMk cId="1133964487" sldId="281"/>
        </pc:sldMkLst>
        <pc:spChg chg="mod">
          <ac:chgData name="Meena O." userId="7662ae83e9ec18d7" providerId="LiveId" clId="{7209B48C-E8F9-490B-8005-469ABB023EA5}" dt="2025-10-16T15:19:14.011" v="3446" actId="27636"/>
          <ac:spMkLst>
            <pc:docMk/>
            <pc:sldMk cId="1133964487" sldId="281"/>
            <ac:spMk id="2" creationId="{6BCEE5BB-12B9-3655-C3DF-3E5E3CA0320E}"/>
          </ac:spMkLst>
        </pc:spChg>
        <pc:graphicFrameChg chg="add mod ord modGraphic">
          <ac:chgData name="Meena O." userId="7662ae83e9ec18d7" providerId="LiveId" clId="{7209B48C-E8F9-490B-8005-469ABB023EA5}" dt="2025-10-16T14:39:02.706" v="3262" actId="1076"/>
          <ac:graphicFrameMkLst>
            <pc:docMk/>
            <pc:sldMk cId="1133964487" sldId="281"/>
            <ac:graphicFrameMk id="7" creationId="{DC3BE394-63B3-6FEE-D750-C65C787EB5E9}"/>
          </ac:graphicFrameMkLst>
        </pc:graphicFrameChg>
      </pc:sldChg>
      <pc:sldChg chg="addSp delSp modSp new mod">
        <pc:chgData name="Meena O." userId="7662ae83e9ec18d7" providerId="LiveId" clId="{7209B48C-E8F9-490B-8005-469ABB023EA5}" dt="2025-10-16T08:31:03.915" v="2334" actId="207"/>
        <pc:sldMkLst>
          <pc:docMk/>
          <pc:sldMk cId="2177277874" sldId="282"/>
        </pc:sldMkLst>
        <pc:spChg chg="add mod">
          <ac:chgData name="Meena O." userId="7662ae83e9ec18d7" providerId="LiveId" clId="{7209B48C-E8F9-490B-8005-469ABB023EA5}" dt="2025-10-16T08:31:03.915" v="2334" actId="207"/>
          <ac:spMkLst>
            <pc:docMk/>
            <pc:sldMk cId="2177277874" sldId="282"/>
            <ac:spMk id="3" creationId="{F306BC1D-8B9A-F339-B63A-8B28C25EF11C}"/>
          </ac:spMkLst>
        </pc:spChg>
        <pc:spChg chg="add mod">
          <ac:chgData name="Meena O." userId="7662ae83e9ec18d7" providerId="LiveId" clId="{7209B48C-E8F9-490B-8005-469ABB023EA5}" dt="2025-10-09T09:59:19.671" v="1136" actId="1035"/>
          <ac:spMkLst>
            <pc:docMk/>
            <pc:sldMk cId="2177277874" sldId="282"/>
            <ac:spMk id="12" creationId="{F98C70AC-FCB8-3275-4C25-30F40B164DC1}"/>
          </ac:spMkLst>
        </pc:spChg>
        <pc:spChg chg="add mod">
          <ac:chgData name="Meena O." userId="7662ae83e9ec18d7" providerId="LiveId" clId="{7209B48C-E8F9-490B-8005-469ABB023EA5}" dt="2025-10-09T10:00:44.216" v="1179" actId="20577"/>
          <ac:spMkLst>
            <pc:docMk/>
            <pc:sldMk cId="2177277874" sldId="282"/>
            <ac:spMk id="13" creationId="{04CB7008-8E3C-6671-5916-53648A4BE8A3}"/>
          </ac:spMkLst>
        </pc:spChg>
        <pc:picChg chg="add mod ord">
          <ac:chgData name="Meena O." userId="7662ae83e9ec18d7" providerId="LiveId" clId="{7209B48C-E8F9-490B-8005-469ABB023EA5}" dt="2025-10-16T08:30:25.945" v="2308" actId="1076"/>
          <ac:picMkLst>
            <pc:docMk/>
            <pc:sldMk cId="2177277874" sldId="282"/>
            <ac:picMk id="5" creationId="{7059E8D7-12B1-141E-C2F5-58C6705DDFB4}"/>
          </ac:picMkLst>
        </pc:picChg>
        <pc:picChg chg="add mod">
          <ac:chgData name="Meena O." userId="7662ae83e9ec18d7" providerId="LiveId" clId="{7209B48C-E8F9-490B-8005-469ABB023EA5}" dt="2025-10-09T09:59:14.311" v="1127" actId="1035"/>
          <ac:picMkLst>
            <pc:docMk/>
            <pc:sldMk cId="2177277874" sldId="282"/>
            <ac:picMk id="6" creationId="{9495E13C-767F-DC81-C266-5C60C449C95D}"/>
          </ac:picMkLst>
        </pc:picChg>
        <pc:picChg chg="add mod">
          <ac:chgData name="Meena O." userId="7662ae83e9ec18d7" providerId="LiveId" clId="{7209B48C-E8F9-490B-8005-469ABB023EA5}" dt="2025-10-09T09:56:16.447" v="1008" actId="1076"/>
          <ac:picMkLst>
            <pc:docMk/>
            <pc:sldMk cId="2177277874" sldId="282"/>
            <ac:picMk id="8" creationId="{4DC479B4-92E3-9C2B-6180-29BD5B396498}"/>
          </ac:picMkLst>
        </pc:picChg>
      </pc:sldChg>
      <pc:sldChg chg="new del">
        <pc:chgData name="Meena O." userId="7662ae83e9ec18d7" providerId="LiveId" clId="{7209B48C-E8F9-490B-8005-469ABB023EA5}" dt="2025-10-05T09:33:33.529" v="778" actId="680"/>
        <pc:sldMkLst>
          <pc:docMk/>
          <pc:sldMk cId="2459277069" sldId="282"/>
        </pc:sldMkLst>
      </pc:sldChg>
      <pc:sldChg chg="modSp add mod">
        <pc:chgData name="Meena O." userId="7662ae83e9ec18d7" providerId="LiveId" clId="{7209B48C-E8F9-490B-8005-469ABB023EA5}" dt="2025-10-09T11:33:19.002" v="2258" actId="113"/>
        <pc:sldMkLst>
          <pc:docMk/>
          <pc:sldMk cId="246075007" sldId="283"/>
        </pc:sldMkLst>
        <pc:spChg chg="mod">
          <ac:chgData name="Meena O." userId="7662ae83e9ec18d7" providerId="LiveId" clId="{7209B48C-E8F9-490B-8005-469ABB023EA5}" dt="2025-10-09T10:59:25.580" v="1855" actId="20577"/>
          <ac:spMkLst>
            <pc:docMk/>
            <pc:sldMk cId="246075007" sldId="283"/>
            <ac:spMk id="2" creationId="{8E8214E6-ED6F-0A39-BFE9-DDB405A5FDE2}"/>
          </ac:spMkLst>
        </pc:spChg>
        <pc:spChg chg="mod">
          <ac:chgData name="Meena O." userId="7662ae83e9ec18d7" providerId="LiveId" clId="{7209B48C-E8F9-490B-8005-469ABB023EA5}" dt="2025-10-09T11:33:19.002" v="2258" actId="113"/>
          <ac:spMkLst>
            <pc:docMk/>
            <pc:sldMk cId="246075007" sldId="283"/>
            <ac:spMk id="3" creationId="{940746C5-14BC-13F9-DDD1-CE76695AA939}"/>
          </ac:spMkLst>
        </pc:spChg>
      </pc:sldChg>
      <pc:sldChg chg="modSp new del mod">
        <pc:chgData name="Meena O." userId="7662ae83e9ec18d7" providerId="LiveId" clId="{7209B48C-E8F9-490B-8005-469ABB023EA5}" dt="2025-10-09T10:34:10.542" v="1556" actId="2696"/>
        <pc:sldMkLst>
          <pc:docMk/>
          <pc:sldMk cId="2947434494" sldId="283"/>
        </pc:sldMkLst>
      </pc:sldChg>
      <pc:sldChg chg="modSp new mod">
        <pc:chgData name="Meena O." userId="7662ae83e9ec18d7" providerId="LiveId" clId="{7209B48C-E8F9-490B-8005-469ABB023EA5}" dt="2025-10-16T11:02:46.056" v="2478" actId="27636"/>
        <pc:sldMkLst>
          <pc:docMk/>
          <pc:sldMk cId="2720597295" sldId="284"/>
        </pc:sldMkLst>
        <pc:spChg chg="mod">
          <ac:chgData name="Meena O." userId="7662ae83e9ec18d7" providerId="LiveId" clId="{7209B48C-E8F9-490B-8005-469ABB023EA5}" dt="2025-10-09T09:49:40.605" v="968" actId="113"/>
          <ac:spMkLst>
            <pc:docMk/>
            <pc:sldMk cId="2720597295" sldId="284"/>
            <ac:spMk id="2" creationId="{8B5DC7B5-0B4B-E1E5-E9CE-66D4216DD23F}"/>
          </ac:spMkLst>
        </pc:spChg>
        <pc:spChg chg="mod">
          <ac:chgData name="Meena O." userId="7662ae83e9ec18d7" providerId="LiveId" clId="{7209B48C-E8F9-490B-8005-469ABB023EA5}" dt="2025-10-16T11:02:46.056" v="2478" actId="27636"/>
          <ac:spMkLst>
            <pc:docMk/>
            <pc:sldMk cId="2720597295" sldId="284"/>
            <ac:spMk id="3" creationId="{7C1098A7-8144-3517-A76E-B65E24664DC4}"/>
          </ac:spMkLst>
        </pc:spChg>
      </pc:sldChg>
      <pc:sldChg chg="addSp modSp new mod">
        <pc:chgData name="Meena O." userId="7662ae83e9ec18d7" providerId="LiveId" clId="{7209B48C-E8F9-490B-8005-469ABB023EA5}" dt="2025-10-09T10:13:21.839" v="1396" actId="13900"/>
        <pc:sldMkLst>
          <pc:docMk/>
          <pc:sldMk cId="3946272744" sldId="285"/>
        </pc:sldMkLst>
        <pc:spChg chg="mod">
          <ac:chgData name="Meena O." userId="7662ae83e9ec18d7" providerId="LiveId" clId="{7209B48C-E8F9-490B-8005-469ABB023EA5}" dt="2025-10-09T10:09:49.435" v="1287" actId="113"/>
          <ac:spMkLst>
            <pc:docMk/>
            <pc:sldMk cId="3946272744" sldId="285"/>
            <ac:spMk id="2" creationId="{3E742943-A412-9E3E-8972-9E197A60D057}"/>
          </ac:spMkLst>
        </pc:spChg>
        <pc:spChg chg="mod">
          <ac:chgData name="Meena O." userId="7662ae83e9ec18d7" providerId="LiveId" clId="{7209B48C-E8F9-490B-8005-469ABB023EA5}" dt="2025-10-09T10:13:21.839" v="1396" actId="13900"/>
          <ac:spMkLst>
            <pc:docMk/>
            <pc:sldMk cId="3946272744" sldId="285"/>
            <ac:spMk id="3" creationId="{A0A53407-56F9-FBBD-E597-FF53BE48E04A}"/>
          </ac:spMkLst>
        </pc:spChg>
      </pc:sldChg>
      <pc:sldChg chg="modSp add mod">
        <pc:chgData name="Meena O." userId="7662ae83e9ec18d7" providerId="LiveId" clId="{7209B48C-E8F9-490B-8005-469ABB023EA5}" dt="2025-10-09T10:18:45.176" v="1430" actId="20577"/>
        <pc:sldMkLst>
          <pc:docMk/>
          <pc:sldMk cId="1728107130" sldId="286"/>
        </pc:sldMkLst>
        <pc:spChg chg="mod">
          <ac:chgData name="Meena O." userId="7662ae83e9ec18d7" providerId="LiveId" clId="{7209B48C-E8F9-490B-8005-469ABB023EA5}" dt="2025-10-09T10:18:45.176" v="1430" actId="20577"/>
          <ac:spMkLst>
            <pc:docMk/>
            <pc:sldMk cId="1728107130" sldId="286"/>
            <ac:spMk id="2" creationId="{74EF37D2-C1C8-4F0C-A80A-F34962F8058A}"/>
          </ac:spMkLst>
        </pc:spChg>
        <pc:spChg chg="mod">
          <ac:chgData name="Meena O." userId="7662ae83e9ec18d7" providerId="LiveId" clId="{7209B48C-E8F9-490B-8005-469ABB023EA5}" dt="2025-10-09T10:18:39.770" v="1419" actId="20577"/>
          <ac:spMkLst>
            <pc:docMk/>
            <pc:sldMk cId="1728107130" sldId="286"/>
            <ac:spMk id="3" creationId="{EDE492CD-B3A9-FC0D-CC72-5E501D9E5E5D}"/>
          </ac:spMkLst>
        </pc:spChg>
      </pc:sldChg>
      <pc:sldChg chg="addSp delSp modSp new mod">
        <pc:chgData name="Meena O." userId="7662ae83e9ec18d7" providerId="LiveId" clId="{7209B48C-E8F9-490B-8005-469ABB023EA5}" dt="2025-10-09T10:21:07.924" v="1440"/>
        <pc:sldMkLst>
          <pc:docMk/>
          <pc:sldMk cId="2615734094" sldId="287"/>
        </pc:sldMkLst>
        <pc:spChg chg="mod">
          <ac:chgData name="Meena O." userId="7662ae83e9ec18d7" providerId="LiveId" clId="{7209B48C-E8F9-490B-8005-469ABB023EA5}" dt="2025-10-09T10:20:43.654" v="1438" actId="113"/>
          <ac:spMkLst>
            <pc:docMk/>
            <pc:sldMk cId="2615734094" sldId="287"/>
            <ac:spMk id="2" creationId="{D2A9163F-27CA-6D7C-59AD-387BFEF5148B}"/>
          </ac:spMkLst>
        </pc:spChg>
        <pc:graphicFrameChg chg="add mod ord modGraphic">
          <ac:chgData name="Meena O." userId="7662ae83e9ec18d7" providerId="LiveId" clId="{7209B48C-E8F9-490B-8005-469ABB023EA5}" dt="2025-10-09T10:21:07.924" v="1440"/>
          <ac:graphicFrameMkLst>
            <pc:docMk/>
            <pc:sldMk cId="2615734094" sldId="287"/>
            <ac:graphicFrameMk id="5" creationId="{B588B86D-B571-3122-8185-7415033D1123}"/>
          </ac:graphicFrameMkLst>
        </pc:graphicFrameChg>
      </pc:sldChg>
      <pc:sldChg chg="addSp delSp modSp new mod ord">
        <pc:chgData name="Meena O." userId="7662ae83e9ec18d7" providerId="LiveId" clId="{7209B48C-E8F9-490B-8005-469ABB023EA5}" dt="2025-10-09T10:49:15.327" v="1716"/>
        <pc:sldMkLst>
          <pc:docMk/>
          <pc:sldMk cId="1921508047" sldId="288"/>
        </pc:sldMkLst>
        <pc:spChg chg="mod">
          <ac:chgData name="Meena O." userId="7662ae83e9ec18d7" providerId="LiveId" clId="{7209B48C-E8F9-490B-8005-469ABB023EA5}" dt="2025-10-09T10:22:07.916" v="1444" actId="113"/>
          <ac:spMkLst>
            <pc:docMk/>
            <pc:sldMk cId="1921508047" sldId="288"/>
            <ac:spMk id="2" creationId="{2918B69D-308E-4FAC-43F0-92237A143476}"/>
          </ac:spMkLst>
        </pc:spChg>
        <pc:spChg chg="add mod">
          <ac:chgData name="Meena O." userId="7662ae83e9ec18d7" providerId="LiveId" clId="{7209B48C-E8F9-490B-8005-469ABB023EA5}" dt="2025-10-09T10:49:15.327" v="1716"/>
          <ac:spMkLst>
            <pc:docMk/>
            <pc:sldMk cId="1921508047" sldId="288"/>
            <ac:spMk id="6" creationId="{D3E48884-6D66-6672-9E38-03A21827451D}"/>
          </ac:spMkLst>
        </pc:spChg>
        <pc:graphicFrameChg chg="add mod ord modGraphic">
          <ac:chgData name="Meena O." userId="7662ae83e9ec18d7" providerId="LiveId" clId="{7209B48C-E8F9-490B-8005-469ABB023EA5}" dt="2025-10-09T10:29:14.628" v="1501" actId="1035"/>
          <ac:graphicFrameMkLst>
            <pc:docMk/>
            <pc:sldMk cId="1921508047" sldId="288"/>
            <ac:graphicFrameMk id="5" creationId="{8CB2CBFA-188C-3382-5E6B-E981AB60AD41}"/>
          </ac:graphicFrameMkLst>
        </pc:graphicFrameChg>
      </pc:sldChg>
      <pc:sldChg chg="modSp add mod">
        <pc:chgData name="Meena O." userId="7662ae83e9ec18d7" providerId="LiveId" clId="{7209B48C-E8F9-490B-8005-469ABB023EA5}" dt="2025-10-09T11:33:24.955" v="2259" actId="113"/>
        <pc:sldMkLst>
          <pc:docMk/>
          <pc:sldMk cId="1200819579" sldId="289"/>
        </pc:sldMkLst>
        <pc:spChg chg="mod">
          <ac:chgData name="Meena O." userId="7662ae83e9ec18d7" providerId="LiveId" clId="{7209B48C-E8F9-490B-8005-469ABB023EA5}" dt="2025-10-09T10:59:38.967" v="1866" actId="5793"/>
          <ac:spMkLst>
            <pc:docMk/>
            <pc:sldMk cId="1200819579" sldId="289"/>
            <ac:spMk id="2" creationId="{DB9381F2-CC4F-72F7-DBD1-F6D74FC09F86}"/>
          </ac:spMkLst>
        </pc:spChg>
        <pc:spChg chg="mod">
          <ac:chgData name="Meena O." userId="7662ae83e9ec18d7" providerId="LiveId" clId="{7209B48C-E8F9-490B-8005-469ABB023EA5}" dt="2025-10-09T11:33:24.955" v="2259" actId="113"/>
          <ac:spMkLst>
            <pc:docMk/>
            <pc:sldMk cId="1200819579" sldId="289"/>
            <ac:spMk id="3" creationId="{1CF78B41-F60D-F8BE-76FE-C2CFEA0140F7}"/>
          </ac:spMkLst>
        </pc:spChg>
      </pc:sldChg>
      <pc:sldChg chg="modSp add mod">
        <pc:chgData name="Meena O." userId="7662ae83e9ec18d7" providerId="LiveId" clId="{7209B48C-E8F9-490B-8005-469ABB023EA5}" dt="2025-10-16T08:45:01.100" v="2440" actId="20577"/>
        <pc:sldMkLst>
          <pc:docMk/>
          <pc:sldMk cId="256446821" sldId="290"/>
        </pc:sldMkLst>
        <pc:spChg chg="mod">
          <ac:chgData name="Meena O." userId="7662ae83e9ec18d7" providerId="LiveId" clId="{7209B48C-E8F9-490B-8005-469ABB023EA5}" dt="2025-10-16T08:45:01.100" v="2440" actId="20577"/>
          <ac:spMkLst>
            <pc:docMk/>
            <pc:sldMk cId="256446821" sldId="290"/>
            <ac:spMk id="2" creationId="{87DDD23C-8981-BFDB-5A23-D3D2D5BEB6DF}"/>
          </ac:spMkLst>
        </pc:spChg>
        <pc:spChg chg="mod">
          <ac:chgData name="Meena O." userId="7662ae83e9ec18d7" providerId="LiveId" clId="{7209B48C-E8F9-490B-8005-469ABB023EA5}" dt="2025-10-09T10:50:49.967" v="1733" actId="13900"/>
          <ac:spMkLst>
            <pc:docMk/>
            <pc:sldMk cId="256446821" sldId="290"/>
            <ac:spMk id="3" creationId="{AC969D9A-3569-39AF-B8B6-FF9FF5E745D3}"/>
          </ac:spMkLst>
        </pc:spChg>
      </pc:sldChg>
      <pc:sldChg chg="modSp new del mod">
        <pc:chgData name="Meena O." userId="7662ae83e9ec18d7" providerId="LiveId" clId="{7209B48C-E8F9-490B-8005-469ABB023EA5}" dt="2025-10-09T10:45:08.461" v="1623" actId="2696"/>
        <pc:sldMkLst>
          <pc:docMk/>
          <pc:sldMk cId="3195277870" sldId="290"/>
        </pc:sldMkLst>
      </pc:sldChg>
      <pc:sldChg chg="modSp add del mod">
        <pc:chgData name="Meena O." userId="7662ae83e9ec18d7" providerId="LiveId" clId="{7209B48C-E8F9-490B-8005-469ABB023EA5}" dt="2025-10-09T10:47:21.717" v="1643" actId="2696"/>
        <pc:sldMkLst>
          <pc:docMk/>
          <pc:sldMk cId="3904597439" sldId="290"/>
        </pc:sldMkLst>
      </pc:sldChg>
      <pc:sldChg chg="addSp delSp modSp new mod">
        <pc:chgData name="Meena O." userId="7662ae83e9ec18d7" providerId="LiveId" clId="{7209B48C-E8F9-490B-8005-469ABB023EA5}" dt="2025-10-09T11:31:20.461" v="2240" actId="6549"/>
        <pc:sldMkLst>
          <pc:docMk/>
          <pc:sldMk cId="2111012682" sldId="291"/>
        </pc:sldMkLst>
        <pc:spChg chg="mod">
          <ac:chgData name="Meena O." userId="7662ae83e9ec18d7" providerId="LiveId" clId="{7209B48C-E8F9-490B-8005-469ABB023EA5}" dt="2025-10-09T10:56:47.728" v="1782" actId="113"/>
          <ac:spMkLst>
            <pc:docMk/>
            <pc:sldMk cId="2111012682" sldId="291"/>
            <ac:spMk id="2" creationId="{17AB14AD-AD0B-327A-21C8-4FC228E1A773}"/>
          </ac:spMkLst>
        </pc:spChg>
        <pc:graphicFrameChg chg="add mod ord modGraphic">
          <ac:chgData name="Meena O." userId="7662ae83e9ec18d7" providerId="LiveId" clId="{7209B48C-E8F9-490B-8005-469ABB023EA5}" dt="2025-10-09T11:31:20.461" v="2240" actId="6549"/>
          <ac:graphicFrameMkLst>
            <pc:docMk/>
            <pc:sldMk cId="2111012682" sldId="291"/>
            <ac:graphicFrameMk id="5" creationId="{11FBC159-BE2C-60B3-432B-F9BCB329A599}"/>
          </ac:graphicFrameMkLst>
        </pc:graphicFrameChg>
      </pc:sldChg>
      <pc:sldChg chg="modSp add mod">
        <pc:chgData name="Meena O." userId="7662ae83e9ec18d7" providerId="LiveId" clId="{7209B48C-E8F9-490B-8005-469ABB023EA5}" dt="2025-10-09T11:31:36.723" v="2247" actId="6549"/>
        <pc:sldMkLst>
          <pc:docMk/>
          <pc:sldMk cId="3957081253" sldId="292"/>
        </pc:sldMkLst>
        <pc:graphicFrameChg chg="mod modGraphic">
          <ac:chgData name="Meena O." userId="7662ae83e9ec18d7" providerId="LiveId" clId="{7209B48C-E8F9-490B-8005-469ABB023EA5}" dt="2025-10-09T11:31:36.723" v="2247" actId="6549"/>
          <ac:graphicFrameMkLst>
            <pc:docMk/>
            <pc:sldMk cId="3957081253" sldId="292"/>
            <ac:graphicFrameMk id="5" creationId="{B99194A9-521E-BC32-D55D-F9E4DF44379E}"/>
          </ac:graphicFrameMkLst>
        </pc:graphicFrameChg>
      </pc:sldChg>
      <pc:sldChg chg="new del">
        <pc:chgData name="Meena O." userId="7662ae83e9ec18d7" providerId="LiveId" clId="{7209B48C-E8F9-490B-8005-469ABB023EA5}" dt="2025-10-16T08:17:57.519" v="2262" actId="680"/>
        <pc:sldMkLst>
          <pc:docMk/>
          <pc:sldMk cId="1365124776" sldId="293"/>
        </pc:sldMkLst>
      </pc:sldChg>
      <pc:sldChg chg="modSp new mod ord">
        <pc:chgData name="Meena O." userId="7662ae83e9ec18d7" providerId="LiveId" clId="{7209B48C-E8F9-490B-8005-469ABB023EA5}" dt="2025-10-17T07:21:35.564" v="3501" actId="1076"/>
        <pc:sldMkLst>
          <pc:docMk/>
          <pc:sldMk cId="3670085732" sldId="293"/>
        </pc:sldMkLst>
        <pc:spChg chg="mod">
          <ac:chgData name="Meena O." userId="7662ae83e9ec18d7" providerId="LiveId" clId="{7209B48C-E8F9-490B-8005-469ABB023EA5}" dt="2025-10-17T07:21:28.141" v="3500" actId="1076"/>
          <ac:spMkLst>
            <pc:docMk/>
            <pc:sldMk cId="3670085732" sldId="293"/>
            <ac:spMk id="2" creationId="{0B580570-9F45-2A81-73BE-DAF0B5F8A8D9}"/>
          </ac:spMkLst>
        </pc:spChg>
        <pc:spChg chg="mod">
          <ac:chgData name="Meena O." userId="7662ae83e9ec18d7" providerId="LiveId" clId="{7209B48C-E8F9-490B-8005-469ABB023EA5}" dt="2025-10-17T07:21:35.564" v="3501" actId="1076"/>
          <ac:spMkLst>
            <pc:docMk/>
            <pc:sldMk cId="3670085732" sldId="293"/>
            <ac:spMk id="3" creationId="{D05AA14F-781E-4A96-C01B-472987D563CD}"/>
          </ac:spMkLst>
        </pc:spChg>
      </pc:sldChg>
      <pc:sldChg chg="addSp delSp modSp new mod">
        <pc:chgData name="Meena O." userId="7662ae83e9ec18d7" providerId="LiveId" clId="{7209B48C-E8F9-490B-8005-469ABB023EA5}" dt="2025-10-16T11:14:29.685" v="2568" actId="20577"/>
        <pc:sldMkLst>
          <pc:docMk/>
          <pc:sldMk cId="246180881" sldId="294"/>
        </pc:sldMkLst>
        <pc:spChg chg="mod">
          <ac:chgData name="Meena O." userId="7662ae83e9ec18d7" providerId="LiveId" clId="{7209B48C-E8F9-490B-8005-469ABB023EA5}" dt="2025-10-16T08:34:36.088" v="2338" actId="207"/>
          <ac:spMkLst>
            <pc:docMk/>
            <pc:sldMk cId="246180881" sldId="294"/>
            <ac:spMk id="2" creationId="{D41FA149-D4D6-E91C-AA1F-72CBF791BE63}"/>
          </ac:spMkLst>
        </pc:spChg>
        <pc:spChg chg="add del mod">
          <ac:chgData name="Meena O." userId="7662ae83e9ec18d7" providerId="LiveId" clId="{7209B48C-E8F9-490B-8005-469ABB023EA5}" dt="2025-10-16T11:14:29.685" v="2568" actId="20577"/>
          <ac:spMkLst>
            <pc:docMk/>
            <pc:sldMk cId="246180881" sldId="294"/>
            <ac:spMk id="3" creationId="{3A438463-28F9-B556-21D8-4A9E75BF08AD}"/>
          </ac:spMkLst>
        </pc:spChg>
      </pc:sldChg>
      <pc:sldChg chg="addSp delSp modSp new mod">
        <pc:chgData name="Meena O." userId="7662ae83e9ec18d7" providerId="LiveId" clId="{7209B48C-E8F9-490B-8005-469ABB023EA5}" dt="2025-10-16T11:31:03.508" v="2725" actId="20577"/>
        <pc:sldMkLst>
          <pc:docMk/>
          <pc:sldMk cId="2632584157" sldId="295"/>
        </pc:sldMkLst>
        <pc:spChg chg="mod">
          <ac:chgData name="Meena O." userId="7662ae83e9ec18d7" providerId="LiveId" clId="{7209B48C-E8F9-490B-8005-469ABB023EA5}" dt="2025-10-16T08:37:02.447" v="2348" actId="207"/>
          <ac:spMkLst>
            <pc:docMk/>
            <pc:sldMk cId="2632584157" sldId="295"/>
            <ac:spMk id="2" creationId="{9AD8C797-5173-7C9E-F96D-82B71A6EFB5D}"/>
          </ac:spMkLst>
        </pc:spChg>
        <pc:spChg chg="add del mod">
          <ac:chgData name="Meena O." userId="7662ae83e9ec18d7" providerId="LiveId" clId="{7209B48C-E8F9-490B-8005-469ABB023EA5}" dt="2025-10-16T11:31:03.508" v="2725" actId="20577"/>
          <ac:spMkLst>
            <pc:docMk/>
            <pc:sldMk cId="2632584157" sldId="295"/>
            <ac:spMk id="3" creationId="{E3FEB605-5FA2-0DB7-EFA6-E771188643EB}"/>
          </ac:spMkLst>
        </pc:spChg>
      </pc:sldChg>
      <pc:sldChg chg="modSp new mod">
        <pc:chgData name="Meena O." userId="7662ae83e9ec18d7" providerId="LiveId" clId="{7209B48C-E8F9-490B-8005-469ABB023EA5}" dt="2025-10-16T08:41:16.357" v="2437" actId="20577"/>
        <pc:sldMkLst>
          <pc:docMk/>
          <pc:sldMk cId="3244074098" sldId="296"/>
        </pc:sldMkLst>
        <pc:spChg chg="mod">
          <ac:chgData name="Meena O." userId="7662ae83e9ec18d7" providerId="LiveId" clId="{7209B48C-E8F9-490B-8005-469ABB023EA5}" dt="2025-10-16T08:38:45.334" v="2368" actId="113"/>
          <ac:spMkLst>
            <pc:docMk/>
            <pc:sldMk cId="3244074098" sldId="296"/>
            <ac:spMk id="2" creationId="{10522133-397D-A585-5039-2A591AACA51C}"/>
          </ac:spMkLst>
        </pc:spChg>
        <pc:spChg chg="mod">
          <ac:chgData name="Meena O." userId="7662ae83e9ec18d7" providerId="LiveId" clId="{7209B48C-E8F9-490B-8005-469ABB023EA5}" dt="2025-10-16T08:41:16.357" v="2437" actId="20577"/>
          <ac:spMkLst>
            <pc:docMk/>
            <pc:sldMk cId="3244074098" sldId="296"/>
            <ac:spMk id="3" creationId="{A87AAC87-2688-8CDC-177C-939DBE33640A}"/>
          </ac:spMkLst>
        </pc:spChg>
      </pc:sldChg>
      <pc:sldChg chg="modSp new mod">
        <pc:chgData name="Meena O." userId="7662ae83e9ec18d7" providerId="LiveId" clId="{7209B48C-E8F9-490B-8005-469ABB023EA5}" dt="2025-10-16T11:12:02.967" v="2537" actId="20577"/>
        <pc:sldMkLst>
          <pc:docMk/>
          <pc:sldMk cId="2470401121" sldId="297"/>
        </pc:sldMkLst>
        <pc:spChg chg="mod">
          <ac:chgData name="Meena O." userId="7662ae83e9ec18d7" providerId="LiveId" clId="{7209B48C-E8F9-490B-8005-469ABB023EA5}" dt="2025-10-16T11:08:27.958" v="2521" actId="20577"/>
          <ac:spMkLst>
            <pc:docMk/>
            <pc:sldMk cId="2470401121" sldId="297"/>
            <ac:spMk id="2" creationId="{ADC0A8B9-B869-F624-BC6D-DDEDE36380EE}"/>
          </ac:spMkLst>
        </pc:spChg>
        <pc:spChg chg="mod">
          <ac:chgData name="Meena O." userId="7662ae83e9ec18d7" providerId="LiveId" clId="{7209B48C-E8F9-490B-8005-469ABB023EA5}" dt="2025-10-16T11:12:02.967" v="2537" actId="20577"/>
          <ac:spMkLst>
            <pc:docMk/>
            <pc:sldMk cId="2470401121" sldId="297"/>
            <ac:spMk id="3" creationId="{69827C63-88DB-3470-C190-96B61AF3EC1B}"/>
          </ac:spMkLst>
        </pc:spChg>
      </pc:sldChg>
      <pc:sldChg chg="addSp delSp modSp new del mod">
        <pc:chgData name="Meena O." userId="7662ae83e9ec18d7" providerId="LiveId" clId="{7209B48C-E8F9-490B-8005-469ABB023EA5}" dt="2025-10-16T14:06:49.976" v="2761" actId="47"/>
        <pc:sldMkLst>
          <pc:docMk/>
          <pc:sldMk cId="3036037638" sldId="298"/>
        </pc:sldMkLst>
      </pc:sldChg>
      <pc:sldChg chg="addSp delSp modSp add mod">
        <pc:chgData name="Meena O." userId="7662ae83e9ec18d7" providerId="LiveId" clId="{7209B48C-E8F9-490B-8005-469ABB023EA5}" dt="2025-10-21T09:13:30.470" v="3751" actId="20577"/>
        <pc:sldMkLst>
          <pc:docMk/>
          <pc:sldMk cId="1502442245" sldId="299"/>
        </pc:sldMkLst>
        <pc:spChg chg="mod">
          <ac:chgData name="Meena O." userId="7662ae83e9ec18d7" providerId="LiveId" clId="{7209B48C-E8F9-490B-8005-469ABB023EA5}" dt="2025-10-16T15:19:18.583" v="3448" actId="27636"/>
          <ac:spMkLst>
            <pc:docMk/>
            <pc:sldMk cId="1502442245" sldId="299"/>
            <ac:spMk id="2" creationId="{938F7D18-081E-CEE2-31DA-D9184DC6F10C}"/>
          </ac:spMkLst>
        </pc:spChg>
        <pc:graphicFrameChg chg="add del mod modGraphic">
          <ac:chgData name="Meena O." userId="7662ae83e9ec18d7" providerId="LiveId" clId="{7209B48C-E8F9-490B-8005-469ABB023EA5}" dt="2025-10-21T09:13:30.470" v="3751" actId="20577"/>
          <ac:graphicFrameMkLst>
            <pc:docMk/>
            <pc:sldMk cId="1502442245" sldId="299"/>
            <ac:graphicFrameMk id="7" creationId="{87CB433F-DCCF-4BCA-516B-ED536EBA07CC}"/>
          </ac:graphicFrameMkLst>
        </pc:graphicFrameChg>
      </pc:sldChg>
      <pc:sldChg chg="addSp delSp modSp add mod">
        <pc:chgData name="Meena O." userId="7662ae83e9ec18d7" providerId="LiveId" clId="{7209B48C-E8F9-490B-8005-469ABB023EA5}" dt="2025-10-16T15:19:00.786" v="3442" actId="27636"/>
        <pc:sldMkLst>
          <pc:docMk/>
          <pc:sldMk cId="3644603337" sldId="300"/>
        </pc:sldMkLst>
        <pc:spChg chg="mod">
          <ac:chgData name="Meena O." userId="7662ae83e9ec18d7" providerId="LiveId" clId="{7209B48C-E8F9-490B-8005-469ABB023EA5}" dt="2025-10-16T15:19:00.786" v="3442" actId="27636"/>
          <ac:spMkLst>
            <pc:docMk/>
            <pc:sldMk cId="3644603337" sldId="300"/>
            <ac:spMk id="2" creationId="{BAE0138E-A67C-03FD-A1FD-A5A4189562C0}"/>
          </ac:spMkLst>
        </pc:spChg>
        <pc:graphicFrameChg chg="add mod ord modGraphic">
          <ac:chgData name="Meena O." userId="7662ae83e9ec18d7" providerId="LiveId" clId="{7209B48C-E8F9-490B-8005-469ABB023EA5}" dt="2025-10-16T14:45:51.961" v="3368" actId="14100"/>
          <ac:graphicFrameMkLst>
            <pc:docMk/>
            <pc:sldMk cId="3644603337" sldId="300"/>
            <ac:graphicFrameMk id="6" creationId="{F42281EF-3F31-FA4F-5D84-950DAFE9B708}"/>
          </ac:graphicFrameMkLst>
        </pc:graphicFrameChg>
      </pc:sldChg>
      <pc:sldChg chg="modSp add mod ord">
        <pc:chgData name="Meena O." userId="7662ae83e9ec18d7" providerId="LiveId" clId="{7209B48C-E8F9-490B-8005-469ABB023EA5}" dt="2025-10-21T09:12:02.344" v="3746" actId="113"/>
        <pc:sldMkLst>
          <pc:docMk/>
          <pc:sldMk cId="1281905528" sldId="301"/>
        </pc:sldMkLst>
        <pc:spChg chg="mod">
          <ac:chgData name="Meena O." userId="7662ae83e9ec18d7" providerId="LiveId" clId="{7209B48C-E8F9-490B-8005-469ABB023EA5}" dt="2025-10-16T15:19:06.762" v="3444" actId="27636"/>
          <ac:spMkLst>
            <pc:docMk/>
            <pc:sldMk cId="1281905528" sldId="301"/>
            <ac:spMk id="2" creationId="{A9417169-A28D-07A3-A0E5-24A9D47A583A}"/>
          </ac:spMkLst>
        </pc:spChg>
        <pc:graphicFrameChg chg="mod modGraphic">
          <ac:chgData name="Meena O." userId="7662ae83e9ec18d7" providerId="LiveId" clId="{7209B48C-E8F9-490B-8005-469ABB023EA5}" dt="2025-10-21T09:12:02.344" v="3746" actId="113"/>
          <ac:graphicFrameMkLst>
            <pc:docMk/>
            <pc:sldMk cId="1281905528" sldId="301"/>
            <ac:graphicFrameMk id="6" creationId="{93565A87-5A1A-62AD-7EA6-DFEEED7A584F}"/>
          </ac:graphicFrameMkLst>
        </pc:graphicFrameChg>
      </pc:sldChg>
      <pc:sldChg chg="addSp delSp modSp add mod">
        <pc:chgData name="Meena O." userId="7662ae83e9ec18d7" providerId="LiveId" clId="{7209B48C-E8F9-490B-8005-469ABB023EA5}" dt="2025-10-21T09:15:37.168" v="3755" actId="113"/>
        <pc:sldMkLst>
          <pc:docMk/>
          <pc:sldMk cId="523969772" sldId="302"/>
        </pc:sldMkLst>
        <pc:spChg chg="mod">
          <ac:chgData name="Meena O." userId="7662ae83e9ec18d7" providerId="LiveId" clId="{7209B48C-E8F9-490B-8005-469ABB023EA5}" dt="2025-10-16T14:08:09.821" v="2771"/>
          <ac:spMkLst>
            <pc:docMk/>
            <pc:sldMk cId="523969772" sldId="302"/>
            <ac:spMk id="2" creationId="{B6113276-A19D-71AB-539B-79BFE32A9462}"/>
          </ac:spMkLst>
        </pc:spChg>
        <pc:graphicFrameChg chg="add mod ord modGraphic">
          <ac:chgData name="Meena O." userId="7662ae83e9ec18d7" providerId="LiveId" clId="{7209B48C-E8F9-490B-8005-469ABB023EA5}" dt="2025-10-21T09:15:37.168" v="3755" actId="113"/>
          <ac:graphicFrameMkLst>
            <pc:docMk/>
            <pc:sldMk cId="523969772" sldId="302"/>
            <ac:graphicFrameMk id="7" creationId="{18B4C71D-F397-E600-B6F9-94FDEA1D8787}"/>
          </ac:graphicFrameMkLst>
        </pc:graphicFrameChg>
      </pc:sldChg>
      <pc:sldChg chg="modSp add mod">
        <pc:chgData name="Meena O." userId="7662ae83e9ec18d7" providerId="LiveId" clId="{7209B48C-E8F9-490B-8005-469ABB023EA5}" dt="2025-10-21T09:18:53.453" v="3793" actId="20577"/>
        <pc:sldMkLst>
          <pc:docMk/>
          <pc:sldMk cId="3801419430" sldId="303"/>
        </pc:sldMkLst>
        <pc:graphicFrameChg chg="mod modGraphic">
          <ac:chgData name="Meena O." userId="7662ae83e9ec18d7" providerId="LiveId" clId="{7209B48C-E8F9-490B-8005-469ABB023EA5}" dt="2025-10-21T09:18:53.453" v="3793" actId="20577"/>
          <ac:graphicFrameMkLst>
            <pc:docMk/>
            <pc:sldMk cId="3801419430" sldId="303"/>
            <ac:graphicFrameMk id="7" creationId="{624F5C9C-EB89-9795-90B2-D0C3A9D6D627}"/>
          </ac:graphicFrameMkLst>
        </pc:graphicFrameChg>
      </pc:sldChg>
      <pc:sldChg chg="addSp modSp new mod">
        <pc:chgData name="Meena O." userId="7662ae83e9ec18d7" providerId="LiveId" clId="{7209B48C-E8F9-490B-8005-469ABB023EA5}" dt="2025-10-24T08:27:01.523" v="3796" actId="20577"/>
        <pc:sldMkLst>
          <pc:docMk/>
          <pc:sldMk cId="1206926674" sldId="304"/>
        </pc:sldMkLst>
        <pc:spChg chg="mod">
          <ac:chgData name="Meena O." userId="7662ae83e9ec18d7" providerId="LiveId" clId="{7209B48C-E8F9-490B-8005-469ABB023EA5}" dt="2025-10-21T08:59:14.845" v="3681" actId="1035"/>
          <ac:spMkLst>
            <pc:docMk/>
            <pc:sldMk cId="1206926674" sldId="304"/>
            <ac:spMk id="2" creationId="{E1DA54B8-FB0E-89D9-1A19-D6C8FAD56312}"/>
          </ac:spMkLst>
        </pc:spChg>
        <pc:spChg chg="mod">
          <ac:chgData name="Meena O." userId="7662ae83e9ec18d7" providerId="LiveId" clId="{7209B48C-E8F9-490B-8005-469ABB023EA5}" dt="2025-10-24T08:27:01.523" v="3796" actId="20577"/>
          <ac:spMkLst>
            <pc:docMk/>
            <pc:sldMk cId="1206926674" sldId="304"/>
            <ac:spMk id="3" creationId="{9D737561-1ECA-7EFA-3868-941CCD1CBA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FCBCF-51B5-4254-8D2C-7415E6103AAA}" type="datetimeFigureOut">
              <a:rPr lang="en-NG" smtClean="0"/>
              <a:t>24/10/2025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BFC56-6CBB-431D-AD09-68DDBBC060D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44359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BFC56-6CBB-431D-AD09-68DDBBC060DB}" type="slidenum">
              <a:rPr lang="en-NG" smtClean="0"/>
              <a:t>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91244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BFC56-6CBB-431D-AD09-68DDBBC060DB}" type="slidenum">
              <a:rPr lang="en-NG" smtClean="0"/>
              <a:t>13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86350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32BD-3933-5D7C-6D7E-6E96F2617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7FF08-9985-D415-6D21-C34769F94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14B14-F340-3ABA-774E-C733D76D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6567-D7D8-46CB-91C5-FF78285B5D4E}" type="datetime8">
              <a:rPr lang="en-NG" smtClean="0"/>
              <a:t>24/10/2025 09:25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7B344-378D-8E5A-066F-32FCC494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5D011-DB3A-A937-27A0-09D671AB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86939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2D1D-8437-8D14-D6FC-C87E2E0E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A7BB-EA23-8106-FC8E-937DA5092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C06EB-13D8-3AEC-939E-83CA5DA7F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20D1-4EA8-494D-B660-306B5EFEBD52}" type="datetime8">
              <a:rPr lang="en-NG" smtClean="0"/>
              <a:t>24/10/2025 09:25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D860-81EC-64A3-A71D-3C6DE4605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99134-1290-828D-7682-425E7F82C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8845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28CCC-B9FC-892E-4A7C-0775319C8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FAB7F-9B87-9AAE-3175-9C969350A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A99C9-E081-62F7-B4FB-A2AE67E1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54AA-B462-45B0-877D-9F833C426186}" type="datetime8">
              <a:rPr lang="en-NG" smtClean="0"/>
              <a:t>24/10/2025 09:25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C3609-1E32-52A4-93B6-D962CFA7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0F42C-F698-14A7-FD0C-1C5B3021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1445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68946-C5B8-A81A-3427-0960AE29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A63F5-B047-33A4-0F3D-2C5F5985F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F5178-9573-EB1E-F6B8-91622D5A2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D5CC6-F39C-9991-FC2E-1ADCB4700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9894-5155-4C1F-9535-6BCEEAD1A5F3}" type="datetime8">
              <a:rPr lang="en-NG" smtClean="0"/>
              <a:t>24/10/2025 09:25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A6976-BA19-E4E0-1C69-D8484A992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A70DA-3A68-7599-1F09-624C0794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8094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C772-2585-39A7-0F2A-6BD71363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5081E-05E9-43F9-CA33-49B56F359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1F010-BC5C-AE53-0C7F-24DF3160E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DB61B-4496-1A6B-96D4-3A7D20F7E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52EFA-B6B0-62A6-4D2B-EF55CE44F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777538-2E4B-5AC7-837A-C6BDEBD96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509F6-BDA8-443A-9D51-1A5DE2A21479}" type="datetime8">
              <a:rPr lang="en-NG" smtClean="0"/>
              <a:t>24/10/2025 09:25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8B4D14-9E01-DACC-1E39-0A8A4195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68370-F119-E432-ED38-E4A15025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1429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3439-C994-5D8B-2703-2F1CB245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11618-56BE-3774-4CF3-3E9184EA5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12FC-2435-4980-8BEA-7FE4765018AC}" type="datetime8">
              <a:rPr lang="en-NG" smtClean="0"/>
              <a:t>24/10/2025 09:25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547E9D-3CAC-33AD-A7E2-EF623E1CD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51254-706B-492D-2CB2-D84091E3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1382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DFBCD-4EDE-9899-F8CB-65525EF56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7E47-C58C-467B-B669-E50DDE5E3A21}" type="datetime8">
              <a:rPr lang="en-NG" smtClean="0"/>
              <a:t>24/10/2025 09:25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C48D6-A01F-9627-78C4-21A98770D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9C83F-6867-382C-3ED9-3ED8D178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87831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B340-3054-AFDE-17EF-DE10EDA87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D2EFD-7631-772A-57C0-31C18C3BE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D1E3D-406A-AAC6-5483-48E6967B4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B49CE-06BB-7008-99E4-DD9D9138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4BE8-FE17-446E-A30D-62B9FCD14F1A}" type="datetime8">
              <a:rPr lang="en-NG" smtClean="0"/>
              <a:t>24/10/2025 09:25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0214D-4AF2-B374-0CF6-85A68D027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E8A83-4355-462D-0B7D-68717134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47430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5478F-FBCB-DC43-3EC0-2A8074997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CD945-599C-6B93-10A9-9131159687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798A4-6C7D-DBD2-88A3-BFE3BA48D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0B0A37-E253-BFE9-890E-B7897A3A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72130-D181-4C8D-B426-188D9BFC22F7}" type="datetime8">
              <a:rPr lang="en-NG" smtClean="0"/>
              <a:t>24/10/2025 09:25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F87AC-5A11-C07B-7490-2D85E669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2CB29-F3DC-A0A0-653E-8C58A873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1949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64CE5-8E1F-78C0-B2E1-E1E218D5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14B39-6DD9-3A8E-A554-FB4C03F76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6EEEF-5D52-1DD1-8294-99E331AE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3A86B-3F39-4580-AC09-3C86DCBD504B}" type="datetime8">
              <a:rPr lang="en-NG" smtClean="0"/>
              <a:t>24/10/2025 09:25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DEC68-1452-6B43-DC74-6E34CB47E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A39B3-C239-4755-1CFA-1C09AB174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87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D3C199-61D7-12D0-4234-D4A817326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FDC10E-0FCF-A85E-2797-69D603386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1575-0F04-DCCC-8EE2-A038B17F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BA6C-D1BE-4528-B1D6-A66E3105CA8F}" type="datetime8">
              <a:rPr lang="en-NG" smtClean="0"/>
              <a:t>24/10/2025 09:25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E549C-1C7B-6A73-E04A-BB17BF4E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37CCD-A3FF-5192-88FC-8AEA90FF6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91998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F7B72-A7E4-2992-F078-889102D35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7D1A1-0E80-83D1-A9DA-79E735965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90036-3681-0881-5DA4-04A12D276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BAE25-AA98-4E9F-9324-B537DB2824AE}" type="datetime8">
              <a:rPr lang="en-NG" smtClean="0"/>
              <a:t>24/10/2025 09:25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93B9B-38D2-7972-D98A-AB3A2FA15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FFD2B-A17E-59E7-E226-F6643E70B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33637-8C15-4C26-950E-4FFB9B0398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4362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0570-9F45-2A81-73BE-DAF0B5F8A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6142" y="2705781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cy-GB" b="1" dirty="0"/>
            </a:br>
            <a:r>
              <a:rPr lang="cy-GB" b="1" dirty="0"/>
              <a:t>PHA 401</a:t>
            </a:r>
            <a:br>
              <a:rPr lang="cy-GB" b="1" dirty="0"/>
            </a:br>
            <a:r>
              <a:rPr lang="cy-GB" b="1" dirty="0"/>
              <a:t>Introduction to CNS Pharmacology </a:t>
            </a:r>
            <a:br>
              <a:rPr lang="cy-GB" b="1" dirty="0"/>
            </a:br>
            <a:br>
              <a:rPr lang="cy-GB" b="1" dirty="0"/>
            </a:br>
            <a:r>
              <a:rPr lang="cy-GB" b="1" dirty="0"/>
              <a:t>2025/26 Session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AA14F-781E-4A96-C01B-472987D56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6142" y="5383893"/>
            <a:ext cx="9144000" cy="1655762"/>
          </a:xfrm>
        </p:spPr>
        <p:txBody>
          <a:bodyPr/>
          <a:lstStyle/>
          <a:p>
            <a:r>
              <a:rPr lang="en-GB" b="1" dirty="0"/>
              <a:t>Amina Olorukooba PhD, </a:t>
            </a:r>
            <a:r>
              <a:rPr lang="en-GB" b="1" dirty="0" err="1"/>
              <a:t>FPCPharm</a:t>
            </a:r>
            <a:endParaRPr lang="en-NG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52E0C-75C6-B21A-4430-E72E19D1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70085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C7B5-0B4B-E1E5-E9CE-66D4216DD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Course outline 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098A7-8144-3517-A76E-B65E24664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571"/>
            <a:ext cx="10515600" cy="4707392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Brief introduction to the central nervous system (CNS)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Organization and functions of the central nervous system.</a:t>
            </a:r>
            <a:endParaRPr lang="en-NG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Blood–Brain Barrier (BBB) and Cerebrospinal Fluid (CSF) and their functions</a:t>
            </a:r>
            <a:endParaRPr lang="en-NG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General Mechanisms of CNS Drug Action</a:t>
            </a:r>
            <a:endParaRPr lang="en-NG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Major Categories of CNS Drugs</a:t>
            </a:r>
            <a:endParaRPr lang="en-NG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Neurotransmission </a:t>
            </a:r>
            <a:endParaRPr lang="en-NG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Types of Transmission</a:t>
            </a:r>
            <a:endParaRPr lang="en-NG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Steps in Chemical Neurotransmission</a:t>
            </a:r>
            <a:endParaRPr lang="en-NG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Classification of Neurotransmitters</a:t>
            </a:r>
            <a:endParaRPr lang="en-NG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Examples of Major CNS Neurotransmitters and Clinical Relevance</a:t>
            </a: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B7F31-1E1E-47C3-7636-4E7B649A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20597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59E8D7-12B1-141E-C2F5-58C6705DD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85840" y="1851781"/>
            <a:ext cx="3505169" cy="300203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B730D2-8E78-C9A9-A7B6-3023595A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3</a:t>
            </a:fld>
            <a:endParaRPr lang="en-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6BC1D-8B9A-F339-B63A-8B28C25EF11C}"/>
              </a:ext>
            </a:extLst>
          </p:cNvPr>
          <p:cNvSpPr txBox="1"/>
          <p:nvPr/>
        </p:nvSpPr>
        <p:spPr>
          <a:xfrm>
            <a:off x="1349829" y="348343"/>
            <a:ext cx="98297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0B050"/>
                </a:solidFill>
              </a:rPr>
              <a:t>Organization of the Central Nervous System</a:t>
            </a:r>
            <a:endParaRPr lang="en-NG" sz="4400" b="1" dirty="0">
              <a:solidFill>
                <a:srgbClr val="00B05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95E13C-767F-DC81-C266-5C60C449C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039" y="2930486"/>
            <a:ext cx="1778091" cy="1454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C479B4-92E3-9C2B-6180-29BD5B396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8683" y="2368499"/>
            <a:ext cx="768389" cy="19686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8C70AC-FCB8-3275-4C25-30F40B164DC1}"/>
              </a:ext>
            </a:extLst>
          </p:cNvPr>
          <p:cNvSpPr txBox="1"/>
          <p:nvPr/>
        </p:nvSpPr>
        <p:spPr>
          <a:xfrm>
            <a:off x="742113" y="4397827"/>
            <a:ext cx="4461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y-GB" b="1" dirty="0"/>
              <a:t>Major parts of the brain are: </a:t>
            </a:r>
          </a:p>
          <a:p>
            <a:r>
              <a:rPr lang="cy-GB" dirty="0"/>
              <a:t>- Forebrain – Midbrain - Hindbrain</a:t>
            </a:r>
          </a:p>
          <a:p>
            <a:r>
              <a:rPr lang="en-GB" b="1" dirty="0"/>
              <a:t>Functions: </a:t>
            </a:r>
          </a:p>
          <a:p>
            <a:pPr marL="342900" indent="-342900">
              <a:buAutoNum type="arabicPeriod"/>
            </a:pPr>
            <a:r>
              <a:rPr lang="en-GB" dirty="0"/>
              <a:t>Sensory perception</a:t>
            </a:r>
          </a:p>
          <a:p>
            <a:pPr marL="342900" indent="-342900">
              <a:buAutoNum type="arabicPeriod"/>
            </a:pPr>
            <a:r>
              <a:rPr lang="en-GB" dirty="0"/>
              <a:t>Motor control</a:t>
            </a:r>
          </a:p>
          <a:p>
            <a:pPr marL="342900" indent="-342900">
              <a:buAutoNum type="arabicPeriod"/>
            </a:pPr>
            <a:r>
              <a:rPr lang="en-GB" dirty="0"/>
              <a:t>Emotions</a:t>
            </a:r>
          </a:p>
          <a:p>
            <a:pPr marL="342900" indent="-342900">
              <a:buAutoNum type="arabicPeriod"/>
            </a:pPr>
            <a:r>
              <a:rPr lang="en-GB" dirty="0"/>
              <a:t>Memory</a:t>
            </a:r>
          </a:p>
          <a:p>
            <a:pPr marL="342900" indent="-342900">
              <a:buAutoNum type="arabicPeriod"/>
            </a:pPr>
            <a:r>
              <a:rPr lang="en-GB" dirty="0"/>
              <a:t>Coordination and autonomic control</a:t>
            </a:r>
            <a:endParaRPr lang="en-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CB7008-8E3C-6671-5916-53648A4BE8A3}"/>
              </a:ext>
            </a:extLst>
          </p:cNvPr>
          <p:cNvSpPr txBox="1"/>
          <p:nvPr/>
        </p:nvSpPr>
        <p:spPr>
          <a:xfrm>
            <a:off x="7959342" y="4384711"/>
            <a:ext cx="44612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y-GB" b="1" dirty="0"/>
              <a:t>Major parts of the spinal cord are: </a:t>
            </a:r>
          </a:p>
          <a:p>
            <a:pPr marL="285750" indent="-285750">
              <a:buFontTx/>
              <a:buChar char="-"/>
            </a:pPr>
            <a:r>
              <a:rPr lang="en-GB" dirty="0"/>
              <a:t>Cervical – Thoracic – Lumbar - Sacral segments</a:t>
            </a:r>
          </a:p>
          <a:p>
            <a:r>
              <a:rPr lang="en-GB" b="1" dirty="0"/>
              <a:t>Functions: </a:t>
            </a:r>
          </a:p>
          <a:p>
            <a:pPr marL="342900" indent="-342900">
              <a:buAutoNum type="arabicPeriod"/>
            </a:pPr>
            <a:r>
              <a:rPr lang="cy-GB" dirty="0"/>
              <a:t>Conducts nerve impulses</a:t>
            </a:r>
          </a:p>
          <a:p>
            <a:pPr marL="342900" indent="-342900">
              <a:buAutoNum type="arabicPeriod"/>
            </a:pPr>
            <a:r>
              <a:rPr lang="cy-GB" dirty="0"/>
              <a:t>Controls reflex actions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17727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41C2-65FD-F43E-3A2B-E9D7FAA2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Introduction to the CNS 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E5C91-7DB5-4EF7-259D-DFD10B6A8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2" y="1401082"/>
            <a:ext cx="10515600" cy="4351338"/>
          </a:xfrm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The central nervous system (CNS) is made up of the brain and spinal cord, which together regulate behavior, thought processes, movement, sensation, and homeostasis.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The human brain contains approximately 100 billion interconnected neurons, supported by glial cells that provide nourishment, protection, and structural support.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These neurons form extensive networks or circuits that transmit and process information throughout the nervous system.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Information processing occurs through a complex interplay of neurotransmitters and neuromodulators, which act on specific receptors to either excite or inhibit neuronal activity.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NG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AA77A-ECFE-A406-0C0D-F45A6459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4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1394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EBE3-C9DC-C251-6CFE-1E1F0728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Functions of the CNS (In summary)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89096-A9F5-A909-E7BE-B38FA82D9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Sensory Integration – Receives and interprets sensory information from the body and environment.</a:t>
            </a:r>
          </a:p>
          <a:p>
            <a:r>
              <a:rPr lang="en-GB" dirty="0"/>
              <a:t>H</a:t>
            </a:r>
            <a:r>
              <a:rPr lang="cy-GB" dirty="0"/>
              <a:t>omeostasis</a:t>
            </a:r>
            <a:r>
              <a:rPr lang="en-GB" dirty="0"/>
              <a:t> – Regulates body temperature, sleep, hunger, and hormonal activity.</a:t>
            </a:r>
          </a:p>
          <a:p>
            <a:r>
              <a:rPr lang="en-GB" dirty="0"/>
              <a:t>Motor control – Coordinates voluntary and involuntary actions.</a:t>
            </a:r>
          </a:p>
          <a:p>
            <a:r>
              <a:rPr lang="en-GB" dirty="0"/>
              <a:t>Regulation of higher functions – Controls emotion, memory, learning, reasoning, and consciousness.</a:t>
            </a: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00CAC-7A75-D277-61F3-F93847C6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5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83947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932DA-F0CA-C792-7C8A-263A780C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y-GB" b="1" dirty="0">
                <a:solidFill>
                  <a:srgbClr val="00B050"/>
                </a:solidFill>
              </a:rPr>
              <a:t>Disorders of the CNS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F1546-B51F-C21F-B938-F367BFBBD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8537"/>
            <a:ext cx="10515600" cy="4351338"/>
          </a:xfrm>
        </p:spPr>
        <p:txBody>
          <a:bodyPr>
            <a:normAutofit/>
          </a:bodyPr>
          <a:lstStyle/>
          <a:p>
            <a:r>
              <a:rPr lang="cy-GB" dirty="0"/>
              <a:t>When the normal structure or function of the CNS is disturbed, it can lead to abnormal cognitive, emotional, or motor responses.</a:t>
            </a:r>
          </a:p>
          <a:p>
            <a:r>
              <a:rPr lang="cy-GB" dirty="0"/>
              <a:t>CNS disorders may result from:</a:t>
            </a:r>
          </a:p>
          <a:p>
            <a:pPr marL="0" indent="0">
              <a:buNone/>
            </a:pPr>
            <a:r>
              <a:rPr lang="cy-GB" dirty="0"/>
              <a:t>i. Degenerative diseases (e.g., Alzheimer’s, Parkinson’s)</a:t>
            </a:r>
          </a:p>
          <a:p>
            <a:pPr marL="0" indent="0">
              <a:buNone/>
            </a:pPr>
            <a:r>
              <a:rPr lang="cy-GB" dirty="0"/>
              <a:t>ii. Ischemic damage (e.g., stroke)</a:t>
            </a:r>
          </a:p>
          <a:p>
            <a:pPr marL="0" indent="0">
              <a:buNone/>
            </a:pPr>
            <a:r>
              <a:rPr lang="cy-GB" dirty="0"/>
              <a:t>iii. Psychological disturbances (e.g., depression, anxiety, schizophrenia)</a:t>
            </a:r>
          </a:p>
          <a:p>
            <a:pPr marL="0" indent="0" algn="just">
              <a:buNone/>
            </a:pP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AD06B-CE7A-C763-CC89-DED9846F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70221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54B8-FB0E-89D9-1A19-D6C8FAD56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83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CNS Pharmacology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37561-1ECA-7EFA-3868-941CCD1CB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4514"/>
            <a:ext cx="10515600" cy="5573486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CNS pharmacology examines how drugs influence the activity of the brain and spinal cord.</a:t>
            </a:r>
          </a:p>
          <a:p>
            <a:r>
              <a:rPr lang="en-GB" dirty="0"/>
              <a:t>These drugs act mainly by:</a:t>
            </a:r>
          </a:p>
          <a:p>
            <a:pPr marL="0" indent="0">
              <a:buNone/>
            </a:pPr>
            <a:r>
              <a:rPr lang="en-GB" dirty="0" err="1"/>
              <a:t>i</a:t>
            </a:r>
            <a:r>
              <a:rPr lang="en-GB" dirty="0"/>
              <a:t>. Stimulating or depressing neuronal activity, or</a:t>
            </a:r>
          </a:p>
          <a:p>
            <a:pPr marL="0" indent="0">
              <a:buNone/>
            </a:pPr>
            <a:r>
              <a:rPr lang="en-GB" dirty="0"/>
              <a:t>ii. Modifying neurotransmitter systems (altering their release, metabolism, receptor binding, or reuptake).</a:t>
            </a:r>
          </a:p>
          <a:p>
            <a:r>
              <a:rPr lang="en-GB" dirty="0"/>
              <a:t>Most CNS drugs aim to restore balance in neurotransmitter function or receptor activity.</a:t>
            </a:r>
          </a:p>
          <a:p>
            <a:r>
              <a:rPr lang="en-GB" dirty="0"/>
              <a:t>These drugs often relieve symptoms of brain dysfunction—such as pain, anxiety, or sleep disturbances  but they do not usually correct the underlying cause of the disorder. </a:t>
            </a:r>
          </a:p>
          <a:p>
            <a:r>
              <a:rPr lang="en-GB" dirty="0"/>
              <a:t>Short-term therapy can effectively manage acute symptoms (e.g., pain, insomnia, seizures). Long-term or lifelong treatment is often required for chronic brain disorders such as depression, epilepsy, or Parkinson’s disease.</a:t>
            </a:r>
          </a:p>
          <a:p>
            <a:endParaRPr lang="en-GB" dirty="0"/>
          </a:p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BD21E-2621-9E0A-E4E2-98038E6B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7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06926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A8B9-B869-F624-BC6D-DDEDE3638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Blood–Brain Barrier and Cerebrospinal Fluid 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27C63-88DB-3470-C190-96B61AF3E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Both the </a:t>
            </a:r>
            <a:r>
              <a:rPr lang="en-GB" b="1" dirty="0"/>
              <a:t>BBB</a:t>
            </a:r>
            <a:r>
              <a:rPr lang="en-GB" dirty="0"/>
              <a:t> and </a:t>
            </a:r>
            <a:r>
              <a:rPr lang="en-GB" b="1" dirty="0"/>
              <a:t>CSF</a:t>
            </a:r>
            <a:r>
              <a:rPr lang="en-GB" dirty="0"/>
              <a:t> help maintain the </a:t>
            </a:r>
            <a:r>
              <a:rPr lang="en-GB" b="1" dirty="0"/>
              <a:t>homeostasis</a:t>
            </a:r>
            <a:r>
              <a:rPr lang="en-GB" dirty="0"/>
              <a:t> of the brain’s internal environment.</a:t>
            </a:r>
          </a:p>
          <a:p>
            <a:r>
              <a:rPr lang="en-GB" dirty="0"/>
              <a:t>The </a:t>
            </a:r>
            <a:r>
              <a:rPr lang="en-GB" b="1" dirty="0"/>
              <a:t>BBB</a:t>
            </a:r>
            <a:r>
              <a:rPr lang="en-GB" dirty="0"/>
              <a:t> regulates substances entering </a:t>
            </a:r>
            <a:r>
              <a:rPr lang="en-GB" b="1" dirty="0"/>
              <a:t>brain tissue</a:t>
            </a:r>
            <a:r>
              <a:rPr lang="en-GB" dirty="0"/>
              <a:t>,</a:t>
            </a:r>
            <a:br>
              <a:rPr lang="en-GB" dirty="0"/>
            </a:br>
            <a:r>
              <a:rPr lang="en-GB" dirty="0"/>
              <a:t>while the </a:t>
            </a:r>
            <a:r>
              <a:rPr lang="en-GB" b="1" dirty="0"/>
              <a:t>blood–CSF barrier</a:t>
            </a:r>
            <a:r>
              <a:rPr lang="en-GB" dirty="0"/>
              <a:t> (in choroid plexus) regulates substances entering </a:t>
            </a:r>
            <a:r>
              <a:rPr lang="en-GB" b="1" dirty="0"/>
              <a:t>CSF</a:t>
            </a:r>
            <a:r>
              <a:rPr lang="en-GB" dirty="0"/>
              <a:t>.</a:t>
            </a:r>
          </a:p>
          <a:p>
            <a:r>
              <a:rPr lang="en-GB" dirty="0"/>
              <a:t>Thereby protecting neurons from toxins, fluctuations in plasma composition, and pathogens</a:t>
            </a:r>
            <a:endParaRPr lang="en-NG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2277D-7F73-C9AF-7455-4825F239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8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7040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CAD49-984C-DF60-7526-3A8F7BEB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The Blood–Brain Barrier (BBB)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7E03A-7592-B83F-66FC-B85F60A62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The Blood–Brain Barrier (BBB) is a selective, semipermeable barrier that separates the circulating blood from the brain’s extracellular fluid (CNS tissue).</a:t>
            </a:r>
          </a:p>
          <a:p>
            <a:pPr algn="just"/>
            <a:r>
              <a:rPr lang="en-GB" dirty="0"/>
              <a:t>It protects the brain from harmful substances while allowing the passage of essential nutrients.</a:t>
            </a:r>
          </a:p>
          <a:p>
            <a:pPr algn="just"/>
            <a:r>
              <a:rPr lang="en-GB" dirty="0"/>
              <a:t>The protective barrier is formed by tight junctions of endothelial cells, glial cells, pericytes and basement membranes </a:t>
            </a:r>
            <a:r>
              <a:rPr lang="cy-GB" dirty="0"/>
              <a:t>and has several functions </a:t>
            </a:r>
          </a:p>
          <a:p>
            <a:pPr algn="just">
              <a:buFontTx/>
              <a:buChar char="-"/>
            </a:pP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83F54-7E7A-99EC-1DBD-4DAF8B819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9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0193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2943-A412-9E3E-8972-9E197A60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cy-GB" b="1" dirty="0">
                <a:solidFill>
                  <a:srgbClr val="00B050"/>
                </a:solidFill>
              </a:rPr>
            </a:br>
            <a:r>
              <a:rPr lang="cy-GB" b="1" dirty="0">
                <a:solidFill>
                  <a:srgbClr val="00B050"/>
                </a:solidFill>
              </a:rPr>
              <a:t>Functions of the BBB</a:t>
            </a:r>
            <a:br>
              <a:rPr lang="cy-GB" b="1" dirty="0">
                <a:solidFill>
                  <a:srgbClr val="00B050"/>
                </a:solidFill>
              </a:rPr>
            </a:b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53407-56F9-FBBD-E597-FF53BE48E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Prevents entry of toxins, pathogens, and harmful chemicals into the brain.</a:t>
            </a:r>
          </a:p>
          <a:p>
            <a:pPr algn="just"/>
            <a:r>
              <a:rPr lang="en-GB" dirty="0"/>
              <a:t>Maintains stable ionic composition necessary for neuronal activity. </a:t>
            </a:r>
          </a:p>
          <a:p>
            <a:pPr algn="just"/>
            <a:r>
              <a:rPr lang="en-GB" dirty="0"/>
              <a:t>Allows passage of glucose, amino acids, and gases (O₂, CO₂) while restricting large or charged molecules.</a:t>
            </a:r>
          </a:p>
          <a:p>
            <a:pPr algn="just"/>
            <a:r>
              <a:rPr lang="en-GB" dirty="0"/>
              <a:t>Limits penetration of many drugs into the brain (especially hydrophilic or ionized drugs) but allows passage of lipophilic drugs </a:t>
            </a:r>
          </a:p>
          <a:p>
            <a:pPr algn="just"/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CC2BB-83F7-86C1-803F-E382927CA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10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46272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FA149-D4D6-E91C-AA1F-72CBF791B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y-GB" b="1" dirty="0">
                <a:solidFill>
                  <a:srgbClr val="00B050"/>
                </a:solidFill>
              </a:rPr>
              <a:t>Cerebrospinal Fluid (CSF)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38463-28F9-B556-21D8-4A9E75BF0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Produced by choroid plexus.</a:t>
            </a:r>
          </a:p>
          <a:p>
            <a:r>
              <a:rPr lang="en-GB" dirty="0"/>
              <a:t>Cushions and nourishes the brain.</a:t>
            </a:r>
          </a:p>
          <a:p>
            <a:r>
              <a:rPr lang="en-GB" dirty="0"/>
              <a:t>Plays a role in drug distribution for intrathecal therapy as the </a:t>
            </a:r>
            <a:r>
              <a:rPr lang="en-GB" b="1" dirty="0"/>
              <a:t>blood–CSF barrier</a:t>
            </a:r>
            <a:r>
              <a:rPr lang="en-GB" dirty="0"/>
              <a:t> regulates substances entering </a:t>
            </a:r>
            <a:r>
              <a:rPr lang="en-GB" b="1" dirty="0"/>
              <a:t>CSF</a:t>
            </a:r>
            <a:r>
              <a:rPr lang="en-GB" dirty="0"/>
              <a:t>.</a:t>
            </a: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43C3E-6C08-4A79-3F95-9E2F9670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11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6180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C797-5173-7C9E-F96D-82B71A6E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General Mechanisms of CNS Drug Action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EB605-5FA2-0DB7-EFA6-E77118864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CNS drugs </a:t>
            </a:r>
            <a:r>
              <a:rPr lang="en-GB" b="1" dirty="0"/>
              <a:t>modify neuronal activity</a:t>
            </a:r>
            <a:r>
              <a:rPr lang="en-GB" dirty="0"/>
              <a:t> by influencing </a:t>
            </a:r>
            <a:r>
              <a:rPr lang="en-GB" b="1" dirty="0"/>
              <a:t>neurotransmission</a:t>
            </a:r>
            <a:r>
              <a:rPr lang="en-GB" dirty="0"/>
              <a:t> — the process by which nerve cells (neurons) communicate with each other.</a:t>
            </a:r>
          </a:p>
          <a:p>
            <a:r>
              <a:rPr lang="en-GB" dirty="0"/>
              <a:t>They can either </a:t>
            </a:r>
            <a:r>
              <a:rPr lang="en-GB" b="1" dirty="0"/>
              <a:t>enhance (facilitate)</a:t>
            </a:r>
            <a:r>
              <a:rPr lang="en-GB" dirty="0"/>
              <a:t> or </a:t>
            </a:r>
            <a:r>
              <a:rPr lang="en-GB" b="1" dirty="0"/>
              <a:t>suppress (inhibit)</a:t>
            </a:r>
            <a:r>
              <a:rPr lang="en-GB" dirty="0"/>
              <a:t> </a:t>
            </a:r>
            <a:r>
              <a:rPr lang="en-GB" b="1" dirty="0"/>
              <a:t>neurotransmission</a:t>
            </a:r>
            <a:r>
              <a:rPr lang="en-GB" dirty="0"/>
              <a:t> at various stages.</a:t>
            </a:r>
          </a:p>
          <a:p>
            <a:r>
              <a:rPr lang="en-GB" dirty="0"/>
              <a:t>Alter ion channel function through blocking Na⁺ and Ca²⁺ channels → ↓ neurotransmitter release or opening </a:t>
            </a:r>
            <a:r>
              <a:rPr lang="cy-GB" dirty="0"/>
              <a:t>Cl⁻ channels</a:t>
            </a:r>
          </a:p>
          <a:p>
            <a:r>
              <a:rPr lang="en-GB" dirty="0"/>
              <a:t>Modification of neurotransmitter receptor activity (agonists and antagonists)</a:t>
            </a:r>
          </a:p>
          <a:p>
            <a:r>
              <a:rPr lang="en-GB" dirty="0"/>
              <a:t>Interfere with intracellular signalling through second messengers</a:t>
            </a:r>
            <a:endParaRPr lang="cy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5269F-5F69-0EF6-6EA4-6F2C249F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12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32584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2133-397D-A585-5039-2A591AACA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Major Categories of CNS Drugs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AAC87-2688-8CDC-177C-939DBE336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Sedatives and Hypnotics and Anxiolytics</a:t>
            </a:r>
          </a:p>
          <a:p>
            <a:r>
              <a:rPr lang="cy-GB" dirty="0"/>
              <a:t>CNS depressants </a:t>
            </a:r>
          </a:p>
          <a:p>
            <a:r>
              <a:rPr lang="cy-GB" dirty="0"/>
              <a:t>Antipsychotics</a:t>
            </a:r>
          </a:p>
          <a:p>
            <a:r>
              <a:rPr lang="cy-GB" dirty="0"/>
              <a:t>Antiepileptics</a:t>
            </a:r>
          </a:p>
          <a:p>
            <a:r>
              <a:rPr lang="cy-GB" dirty="0"/>
              <a:t>Analgesics</a:t>
            </a:r>
          </a:p>
          <a:p>
            <a:r>
              <a:rPr lang="cy-GB" dirty="0"/>
              <a:t>Anesthetics</a:t>
            </a:r>
          </a:p>
          <a:p>
            <a:r>
              <a:rPr lang="cy-GB" dirty="0"/>
              <a:t>Centrally acting muscle relaxants</a:t>
            </a: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5C36C-72E1-5FBD-7021-65155720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13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44074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92A3-2C5B-F08C-46C2-B0BAD7AB9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y-GB" b="1" dirty="0">
                <a:solidFill>
                  <a:srgbClr val="00B050"/>
                </a:solidFill>
              </a:rPr>
              <a:t>Neurotransmission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3A652-5DC2-C970-9B52-E7443D486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GB" sz="2400" b="1" dirty="0"/>
              <a:t>Neurotransmission</a:t>
            </a:r>
            <a:r>
              <a:rPr lang="en-GB" sz="2400" dirty="0"/>
              <a:t> (or </a:t>
            </a:r>
            <a:r>
              <a:rPr lang="en-GB" sz="2400" b="1" dirty="0"/>
              <a:t>synaptic transmission</a:t>
            </a:r>
            <a:r>
              <a:rPr lang="en-GB" sz="2400" dirty="0"/>
              <a:t>) refers to the </a:t>
            </a:r>
            <a:r>
              <a:rPr lang="en-GB" sz="2400" b="1" dirty="0"/>
              <a:t>process by which nerve cells (neurons)</a:t>
            </a:r>
            <a:r>
              <a:rPr lang="en-GB" sz="2400" dirty="0"/>
              <a:t> communicate with each other or with </a:t>
            </a:r>
            <a:r>
              <a:rPr lang="en-GB" sz="2400" b="1" dirty="0"/>
              <a:t>effector cells</a:t>
            </a:r>
            <a:r>
              <a:rPr lang="en-GB" sz="2400" dirty="0"/>
              <a:t> (muscle or gland) through </a:t>
            </a:r>
            <a:r>
              <a:rPr lang="en-GB" sz="2400" b="1" dirty="0"/>
              <a:t>chemical or electrical signals</a:t>
            </a:r>
            <a:r>
              <a:rPr lang="en-GB" sz="2400" dirty="0"/>
              <a:t>.</a:t>
            </a:r>
          </a:p>
          <a:p>
            <a:pPr algn="just"/>
            <a:r>
              <a:rPr lang="en-GB" sz="2400" dirty="0"/>
              <a:t>It is the process by which signalling molecules called neurotransmitters are released by a neuron and bind to receptors on another neuron or target cell, enabling communication across synapses.</a:t>
            </a:r>
          </a:p>
          <a:p>
            <a:pPr algn="just"/>
            <a:r>
              <a:rPr lang="en-GB" sz="2400" dirty="0"/>
              <a:t>It is the </a:t>
            </a:r>
            <a:r>
              <a:rPr lang="en-GB" sz="2400" b="1" dirty="0"/>
              <a:t>fundamental mechanism</a:t>
            </a:r>
            <a:r>
              <a:rPr lang="en-GB" sz="2400" dirty="0"/>
              <a:t> by which the </a:t>
            </a:r>
            <a:r>
              <a:rPr lang="en-GB" sz="2400" b="1" dirty="0"/>
              <a:t>nervous system regulates body functions</a:t>
            </a:r>
            <a:r>
              <a:rPr lang="en-GB" sz="2400" dirty="0"/>
              <a:t>, behavior, and drug actions.</a:t>
            </a:r>
          </a:p>
          <a:p>
            <a:pPr algn="just"/>
            <a:r>
              <a:rPr lang="en-GB" sz="2400" dirty="0"/>
              <a:t>Neuronal communication occurs mainly through chemical neurotransmitters, but direct electrical signalling via gap junctions also exists.</a:t>
            </a:r>
          </a:p>
          <a:p>
            <a:pPr algn="just"/>
            <a:r>
              <a:rPr lang="en-GB" sz="2400" dirty="0"/>
              <a:t>Neurons can release more than one neurotransmitter (co-transmitters).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7B290-F70E-2CE8-8EB5-9A1C2FD5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14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24781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A8E9C-ACA4-07A9-8068-0F51FEBD6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37D2-C1C8-4F0C-A80A-F34962F80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y-GB" b="1" dirty="0">
                <a:solidFill>
                  <a:srgbClr val="00B050"/>
                </a:solidFill>
              </a:rPr>
              <a:t>Neurotransmission contd...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492CD-B3A9-FC0D-CC72-5E501D9E5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GB" sz="2400" dirty="0"/>
              <a:t>Neurotransmitters are not confined to a single synapse; they can diffuse and influence neurons at distant sites.</a:t>
            </a:r>
          </a:p>
          <a:p>
            <a:pPr algn="just"/>
            <a:r>
              <a:rPr lang="en-GB" sz="2400" dirty="0"/>
              <a:t>Diffuse neuronal systems (e.g., norepinephrine, serotonin) create a chemical environment (milieu) that modulates activity across large brain regions.</a:t>
            </a:r>
          </a:p>
          <a:p>
            <a:pPr algn="just"/>
            <a:r>
              <a:rPr lang="en-GB" sz="2400" dirty="0"/>
              <a:t>Neuromodulators are substances that regulate neurotransmission among groups of neurons.</a:t>
            </a:r>
          </a:p>
          <a:p>
            <a:pPr algn="just"/>
            <a:r>
              <a:rPr lang="en-GB" sz="2400" dirty="0"/>
              <a:t>Drugs acting on the CNS behave similarly: - They spread widely in the brain. - They can interact with multiple receptors and pathways, producing therapeutic effects and side effects simultaneously.</a:t>
            </a:r>
          </a:p>
          <a:p>
            <a:pPr algn="just"/>
            <a:r>
              <a:rPr lang="en-GB" sz="2400" dirty="0"/>
              <a:t>Developing receptor-selective drugs improves therapeutic benefit while minimizing adverse effects.</a:t>
            </a:r>
            <a:endParaRPr lang="en-NG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982F0-CC55-4C00-81DA-E6EFE914D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15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28107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9163F-27CA-6D7C-59AD-387BFEF5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y-GB" b="1" dirty="0">
                <a:solidFill>
                  <a:srgbClr val="00B050"/>
                </a:solidFill>
              </a:rPr>
              <a:t>Types of Transmission</a:t>
            </a:r>
            <a:endParaRPr lang="en-NG" b="1" dirty="0">
              <a:solidFill>
                <a:srgbClr val="00B05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588B86D-B571-3122-8185-7415033D11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540110"/>
              </p:ext>
            </p:extLst>
          </p:nvPr>
        </p:nvGraphicFramePr>
        <p:xfrm>
          <a:off x="838200" y="1825625"/>
          <a:ext cx="10515597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80396559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36739021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502090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Type</a:t>
                      </a: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Description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Example</a:t>
                      </a:r>
                      <a:endParaRPr lang="cy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824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1. Electrical Transmission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Direct flow of ions through </a:t>
                      </a:r>
                      <a:r>
                        <a:rPr lang="en-GB" b="1"/>
                        <a:t>gap junctions</a:t>
                      </a:r>
                      <a:r>
                        <a:rPr lang="en-GB"/>
                        <a:t> between neurons; rapid but rare in the mammalian CNS.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Found in cardiac and smooth muscle.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757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2. Chemical Transmission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Most common type; involves </a:t>
                      </a:r>
                      <a:r>
                        <a:rPr lang="en-GB" b="1"/>
                        <a:t>release of neurotransmitters</a:t>
                      </a:r>
                      <a:r>
                        <a:rPr lang="en-GB"/>
                        <a:t> from presynaptic neuron into the </a:t>
                      </a:r>
                      <a:r>
                        <a:rPr lang="en-GB" b="1"/>
                        <a:t>synaptic cleft</a:t>
                      </a:r>
                      <a:r>
                        <a:rPr lang="en-GB"/>
                        <a:t> to bind receptors on the postsynaptic cell.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Synapses between neurons or neuromuscular junctions.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10203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7B3F0-2B51-6AE5-72FD-FAD58C1F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16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15734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B69D-308E-4FAC-43F0-92237A14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y-GB" b="1" dirty="0">
                <a:solidFill>
                  <a:srgbClr val="00B050"/>
                </a:solidFill>
              </a:rPr>
              <a:t>Steps in Chemical Neurotransmission</a:t>
            </a:r>
            <a:endParaRPr lang="en-NG" b="1" dirty="0">
              <a:solidFill>
                <a:srgbClr val="00B05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CB2CBFA-188C-3382-5E6B-E981AB60AD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6864271"/>
              </p:ext>
            </p:extLst>
          </p:nvPr>
        </p:nvGraphicFramePr>
        <p:xfrm>
          <a:off x="838200" y="1477282"/>
          <a:ext cx="1051560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7278543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04866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Steps </a:t>
                      </a:r>
                      <a:endParaRPr lang="en-N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G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137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y-GB" sz="2000" dirty="0"/>
                        <a:t>Synthesis</a:t>
                      </a:r>
                      <a:endParaRPr lang="en-N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Neurotransmitter (NT) is synthesized in the neuron (axon terminal or cell body) from precursors via enzymatic reactions.</a:t>
                      </a:r>
                      <a:endParaRPr lang="en-N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387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y-GB" sz="2000" dirty="0"/>
                        <a:t>Storage</a:t>
                      </a:r>
                      <a:endParaRPr lang="en-N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Stored in synaptic vesicles within the axon terminal.</a:t>
                      </a:r>
                      <a:endParaRPr lang="en-N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1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y-GB" sz="2000" dirty="0"/>
                        <a:t>Release</a:t>
                      </a:r>
                      <a:endParaRPr lang="en-N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Arrival of </a:t>
                      </a:r>
                      <a:r>
                        <a:rPr lang="en-GB" sz="2000" b="1" dirty="0"/>
                        <a:t>action potential</a:t>
                      </a:r>
                      <a:r>
                        <a:rPr lang="en-GB" sz="2000" dirty="0"/>
                        <a:t> opens voltage-gated </a:t>
                      </a:r>
                      <a:r>
                        <a:rPr lang="en-GB" sz="2000" b="1" dirty="0"/>
                        <a:t>Ca²⁺ channels</a:t>
                      </a:r>
                      <a:r>
                        <a:rPr lang="en-GB" sz="2000" dirty="0"/>
                        <a:t>, causing vesicle fusion and NT release (exocytosis).</a:t>
                      </a:r>
                      <a:endParaRPr lang="en-N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64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y-GB" sz="2000" dirty="0"/>
                        <a:t>Receptor Binding</a:t>
                      </a:r>
                      <a:endParaRPr lang="en-N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Neurotransmitters bind to ionotropic (fast) or metabotropic (slow) receptors </a:t>
                      </a:r>
                      <a:endParaRPr lang="en-N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158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y-GB" sz="2000" dirty="0"/>
                        <a:t>Termination</a:t>
                      </a:r>
                      <a:endParaRPr lang="en-N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Action ends via </a:t>
                      </a:r>
                      <a:r>
                        <a:rPr lang="fr-FR" sz="2000" dirty="0" err="1"/>
                        <a:t>reuptake</a:t>
                      </a:r>
                      <a:r>
                        <a:rPr lang="fr-FR" sz="2000" dirty="0"/>
                        <a:t>, </a:t>
                      </a:r>
                      <a:r>
                        <a:rPr lang="fr-FR" sz="2000" dirty="0" err="1"/>
                        <a:t>enzymatic</a:t>
                      </a:r>
                      <a:r>
                        <a:rPr lang="fr-FR" sz="2000" dirty="0"/>
                        <a:t> </a:t>
                      </a:r>
                      <a:r>
                        <a:rPr lang="fr-FR" sz="2000" dirty="0" err="1"/>
                        <a:t>degradation</a:t>
                      </a:r>
                      <a:r>
                        <a:rPr lang="fr-FR" sz="2000" dirty="0"/>
                        <a:t>, or diffusion.</a:t>
                      </a:r>
                    </a:p>
                    <a:p>
                      <a:endParaRPr lang="en-N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37513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3D897-9E26-D69C-2F29-A9912AF7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17</a:t>
            </a:fld>
            <a:endParaRPr lang="en-N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E48884-6D66-6672-9E38-03A21827451D}"/>
              </a:ext>
            </a:extLst>
          </p:cNvPr>
          <p:cNvSpPr txBox="1"/>
          <p:nvPr/>
        </p:nvSpPr>
        <p:spPr>
          <a:xfrm>
            <a:off x="1001486" y="6356350"/>
            <a:ext cx="9808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Proper synthesis, release, and inactivation are critical for normal CNS function and drug targets.</a:t>
            </a:r>
            <a:endParaRPr lang="en-NG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921508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DD23C-8981-BFDB-5A23-D3D2D5BEB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solidFill>
                  <a:srgbClr val="00B050"/>
                </a:solidFill>
              </a:rPr>
              <a:t>Neurotransmitters and </a:t>
            </a:r>
            <a:r>
              <a:rPr lang="cy-GB" b="1" dirty="0">
                <a:solidFill>
                  <a:srgbClr val="00B050"/>
                </a:solidFill>
              </a:rPr>
              <a:t>Classification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69D9A-3569-39AF-B8B6-FF9FF5E74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Neurotransmitters are chemicals synthesized in neuronal cell bodies or terminals, and they are stored in neuronal vesicles until they are released into a synapse to transmit signals</a:t>
            </a:r>
          </a:p>
          <a:p>
            <a:pPr algn="just"/>
            <a:r>
              <a:rPr lang="en-GB" dirty="0"/>
              <a:t>Neurotransmitters can be classified based on:</a:t>
            </a:r>
          </a:p>
          <a:p>
            <a:pPr marL="514350" indent="-514350" algn="just">
              <a:buAutoNum type="arabicPeriod"/>
            </a:pPr>
            <a:r>
              <a:rPr lang="en-GB" dirty="0"/>
              <a:t>Chemical structure</a:t>
            </a:r>
          </a:p>
          <a:p>
            <a:pPr marL="514350" indent="-514350" algn="just">
              <a:buAutoNum type="arabicPeriod"/>
            </a:pPr>
            <a:r>
              <a:rPr lang="en-GB" dirty="0"/>
              <a:t>Function (Excitatory / Inhibitory / Modulatory)</a:t>
            </a:r>
          </a:p>
          <a:p>
            <a:pPr marL="514350" indent="-514350" algn="just">
              <a:buAutoNum type="arabicPeriod"/>
            </a:pPr>
            <a:r>
              <a:rPr lang="en-GB" dirty="0"/>
              <a:t>Mechanism of action (Fast / Slow transmission)</a:t>
            </a: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874FE-FA41-30D7-8BB2-E8AE0C0E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B33637-8C15-4C26-950E-4FFB9B039822}" type="slidenum">
              <a:rPr kumimoji="0" lang="en-N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NG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446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B14AD-AD0B-327A-21C8-4FC228E1A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Based on chemical structure </a:t>
            </a:r>
            <a:endParaRPr lang="en-NG" b="1" dirty="0">
              <a:solidFill>
                <a:srgbClr val="00B05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FBC159-BE2C-60B3-432B-F9BCB329A5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732509"/>
              </p:ext>
            </p:extLst>
          </p:nvPr>
        </p:nvGraphicFramePr>
        <p:xfrm>
          <a:off x="838200" y="1433739"/>
          <a:ext cx="10515597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424336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7393441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62815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Class</a:t>
                      </a: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Examples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Major Functions / Notes</a:t>
                      </a:r>
                      <a:endParaRPr lang="cy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14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1. Cholinergic Neurotransmitter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Acetylcholine (ACh)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Found in CNS, neuromuscular junction, and autonomic ganglia.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 Involved in memory, learning, and muscle contraction.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 Acts on </a:t>
                      </a:r>
                      <a:r>
                        <a:rPr lang="en-GB" b="1" dirty="0"/>
                        <a:t>nicotinic</a:t>
                      </a:r>
                      <a:r>
                        <a:rPr lang="en-GB" dirty="0"/>
                        <a:t> and </a:t>
                      </a:r>
                      <a:r>
                        <a:rPr lang="en-GB" b="1" dirty="0"/>
                        <a:t>muscarinic</a:t>
                      </a:r>
                      <a:r>
                        <a:rPr lang="en-GB" dirty="0"/>
                        <a:t> receptors.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575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2. Biogenic Amines (Monoamines)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lphaLcPeriod"/>
                      </a:pPr>
                      <a:r>
                        <a:rPr lang="cy-GB" b="1" dirty="0"/>
                        <a:t>Catecholamines:</a:t>
                      </a:r>
                      <a:r>
                        <a:rPr lang="cy-GB" dirty="0"/>
                        <a:t> Dopamine (DA), Norepinephrine (NE), Epinephrine (E)</a:t>
                      </a:r>
                    </a:p>
                    <a:p>
                      <a:pPr marL="342900" indent="-342900">
                        <a:buAutoNum type="alphaLcPeriod"/>
                      </a:pPr>
                      <a:r>
                        <a:rPr lang="cy-GB" b="1" dirty="0"/>
                        <a:t>Indoleamine:</a:t>
                      </a:r>
                      <a:r>
                        <a:rPr lang="cy-GB" dirty="0"/>
                        <a:t> Serotonin (5-HT)</a:t>
                      </a:r>
                    </a:p>
                    <a:p>
                      <a:pPr marL="342900" indent="-342900">
                        <a:buAutoNum type="alphaLcPeriod"/>
                      </a:pPr>
                      <a:r>
                        <a:rPr lang="cy-GB" b="1" dirty="0"/>
                        <a:t>Imidazoleamine:</a:t>
                      </a:r>
                      <a:r>
                        <a:rPr lang="cy-GB" dirty="0"/>
                        <a:t> Histamine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Regulate mood, arousal, attention, and hormonal control.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Act mainly via </a:t>
                      </a:r>
                      <a:r>
                        <a:rPr lang="en-GB" b="1" dirty="0"/>
                        <a:t>G-protein–coupled receptors</a:t>
                      </a:r>
                      <a:r>
                        <a:rPr lang="en-GB" dirty="0"/>
                        <a:t> (modulatory).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72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3. Amino Acid Neurotransmitters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Excitatory:</a:t>
                      </a:r>
                      <a:r>
                        <a:rPr lang="cy-GB" dirty="0"/>
                        <a:t> Glutamate, Aspartate</a:t>
                      </a:r>
                    </a:p>
                    <a:p>
                      <a:pPr>
                        <a:buNone/>
                      </a:pPr>
                      <a:r>
                        <a:rPr lang="cy-GB" b="1" dirty="0"/>
                        <a:t>Inhibitory:</a:t>
                      </a:r>
                      <a:r>
                        <a:rPr lang="cy-GB" dirty="0"/>
                        <a:t> GABA (</a:t>
                      </a:r>
                      <a:r>
                        <a:rPr lang="el-GR" dirty="0"/>
                        <a:t>γ-</a:t>
                      </a:r>
                      <a:r>
                        <a:rPr lang="cy-GB" dirty="0"/>
                        <a:t>aminobutyric acid), Glycine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cy-GB" dirty="0"/>
                        <a:t>Most abundant in CNS.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cy-GB" dirty="0"/>
                        <a:t>Mediate </a:t>
                      </a:r>
                      <a:r>
                        <a:rPr lang="cy-GB" b="1" dirty="0"/>
                        <a:t>fast synaptic transmission</a:t>
                      </a:r>
                      <a:r>
                        <a:rPr lang="cy-GB" dirty="0"/>
                        <a:t> via ion channels.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3489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3A6AE-C5A6-40CF-3895-95EA77AB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19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11012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8DD85-6086-EF80-48DF-36745411F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A144-0FFF-1BD7-4EB1-9C390F02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Based on chemical structure </a:t>
            </a:r>
            <a:endParaRPr lang="en-NG" b="1" dirty="0">
              <a:solidFill>
                <a:srgbClr val="00B05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99194A9-521E-BC32-D55D-F9E4DF443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837529"/>
              </p:ext>
            </p:extLst>
          </p:nvPr>
        </p:nvGraphicFramePr>
        <p:xfrm>
          <a:off x="838200" y="1499053"/>
          <a:ext cx="10515597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4243363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7393441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62815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Class</a:t>
                      </a: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Examples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Major Functions / Notes</a:t>
                      </a:r>
                      <a:endParaRPr lang="cy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14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4. Neuropeptides</a:t>
                      </a: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Substance P, Endorphins, Enkephalins, Neuropeptide Y, Somatostatin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Usually co-released with other neurotransmitters.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Modulate pain, stress, mood, feeding, and autonomic functions.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84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5. Purinergic Neurotransmitters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/>
                        <a:t>Adenosine, ATP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- Involved in sleep regulation, vasodilation, and neurotransmission modulation.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51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6. Gaseous Neurotransmitters (Gasotransmitters)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/>
                        <a:t>Nitric Oxide (NO), Carbon Monoxide (CO), Hydrogen Sulfide (H₂S)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Synthesized on demand (not stored in vesicles).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 Diffuse across membranes; modulate synaptic plasticity and blood flow.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6910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3F135-FFFE-4227-D6AB-4474B7CC6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20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57081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8436-D800-3713-FE75-F2C4D2E5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y-GB" b="1" dirty="0">
                <a:solidFill>
                  <a:srgbClr val="00B050"/>
                </a:solidFill>
              </a:rPr>
              <a:t>Classification based on function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015EB-9B17-22AB-411C-1AD829F0D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cy-GB" dirty="0"/>
              <a:t>Excitatory: Cause </a:t>
            </a:r>
            <a:r>
              <a:rPr lang="cy-GB" b="1" dirty="0"/>
              <a:t>depolarization</a:t>
            </a:r>
            <a:r>
              <a:rPr lang="cy-GB" dirty="0"/>
              <a:t> → stimulate postsynaptic neuron (generate action potential)  (e.g., Glutamate, </a:t>
            </a:r>
            <a:r>
              <a:rPr lang="en-GB" dirty="0"/>
              <a:t>Aspartate, Acetylcholine at nicotinic receptors</a:t>
            </a:r>
            <a:r>
              <a:rPr lang="cy-GB" dirty="0"/>
              <a:t>).</a:t>
            </a:r>
          </a:p>
          <a:p>
            <a:pPr algn="just"/>
            <a:r>
              <a:rPr lang="cy-GB" dirty="0"/>
              <a:t>Inhibitory: Cause </a:t>
            </a:r>
            <a:r>
              <a:rPr lang="cy-GB" b="1" dirty="0"/>
              <a:t>hyperpolarization</a:t>
            </a:r>
            <a:r>
              <a:rPr lang="cy-GB" dirty="0"/>
              <a:t> → inhibit postsynaptic activity. (e.g., GABA, Glycine).</a:t>
            </a:r>
          </a:p>
          <a:p>
            <a:pPr algn="just"/>
            <a:r>
              <a:rPr lang="cy-GB" dirty="0"/>
              <a:t>Modulatory: Modify </a:t>
            </a:r>
            <a:r>
              <a:rPr lang="cy-GB" b="1" dirty="0"/>
              <a:t>strength and duration </a:t>
            </a:r>
            <a:r>
              <a:rPr lang="cy-GB" dirty="0"/>
              <a:t>of excitatory or inhibitory signals (e.g., Dopamine, Serotonin, Norepinephrine, Acetylcholine, Neuropeptides, Histamine, Acetylcholine at muscarinic receptors)</a:t>
            </a:r>
          </a:p>
          <a:p>
            <a:pPr algn="just"/>
            <a:r>
              <a:rPr lang="en-GB" dirty="0"/>
              <a:t>Depending on whether a presynaptic membrane potential is excitatory or inhibitory, it will increase or decrease the release of a neurotransmitter from the neuron. </a:t>
            </a:r>
          </a:p>
          <a:p>
            <a:pPr algn="just"/>
            <a:r>
              <a:rPr lang="en-GB" dirty="0"/>
              <a:t>Presynaptic receptors, also called auto receptors, can also be coupled with cyclic adenosine monophosphate (cAMP) or other second messengers that modulate neurotransmitter release.</a:t>
            </a:r>
            <a:endParaRPr lang="en-NG" dirty="0"/>
          </a:p>
          <a:p>
            <a:pPr algn="just"/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7188F-DD23-C728-ECE8-34119609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B33637-8C15-4C26-950E-4FFB9B039822}" type="slidenum">
              <a:rPr kumimoji="0" lang="en-N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NG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078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14E6-ED6F-0A39-BFE9-DDB405A5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Based on mechanism of action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746C5-14BC-13F9-DDD1-CE76695AA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966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GB" dirty="0"/>
              <a:t>Neurotransmitters in the CNS can be characterized as slow or fast, depending on the receptors that are activated and the persistence of signal transduction pathways. </a:t>
            </a:r>
          </a:p>
          <a:p>
            <a:pPr marL="0" indent="0" algn="just">
              <a:buNone/>
            </a:pPr>
            <a:r>
              <a:rPr lang="en-GB" b="1" dirty="0"/>
              <a:t>Fast acting </a:t>
            </a:r>
          </a:p>
          <a:p>
            <a:pPr algn="just"/>
            <a:r>
              <a:rPr lang="en-GB" dirty="0"/>
              <a:t>Act via </a:t>
            </a:r>
            <a:r>
              <a:rPr lang="en-GB" b="1" dirty="0"/>
              <a:t>ionotropic (ligand-gated ion channel)</a:t>
            </a:r>
            <a:r>
              <a:rPr lang="en-GB" dirty="0"/>
              <a:t> receptors; rapid onset and short duration.</a:t>
            </a:r>
          </a:p>
          <a:p>
            <a:pPr algn="just"/>
            <a:r>
              <a:rPr lang="en-GB" dirty="0"/>
              <a:t>Examples- γ-aminobutyric acid (GABA), glutamate</a:t>
            </a:r>
          </a:p>
          <a:p>
            <a:pPr algn="just"/>
            <a:r>
              <a:rPr lang="en-GB" dirty="0"/>
              <a:t> Binding of these amino acid neurotransmitters directly to subunits of the ion channel protein directly initiates ion flow with a signal that lasts for only a few milliseconds.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EC66C-804F-2A6B-65D1-17F67304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B33637-8C15-4C26-950E-4FFB9B039822}" type="slidenum">
              <a:rPr kumimoji="0" lang="en-N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NG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75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58E00-7EE5-5377-BD37-70B6D2AEF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81F2-CC4F-72F7-DBD1-F6D74FC09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Based on mechanism of action </a:t>
            </a:r>
            <a:r>
              <a:rPr lang="en-GB" b="1" dirty="0" err="1">
                <a:solidFill>
                  <a:srgbClr val="00B050"/>
                </a:solidFill>
              </a:rPr>
              <a:t>contd</a:t>
            </a:r>
            <a:r>
              <a:rPr lang="en-GB" b="1" dirty="0">
                <a:solidFill>
                  <a:srgbClr val="00B050"/>
                </a:solidFill>
              </a:rPr>
              <a:t>…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8B41-F60D-F8BE-76FE-C2CFEA014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764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b="1" dirty="0"/>
              <a:t>Slow acting </a:t>
            </a:r>
          </a:p>
          <a:p>
            <a:pPr algn="just"/>
            <a:r>
              <a:rPr lang="en-GB" dirty="0"/>
              <a:t>Examples – norepinephrine, dopamine, serotonin</a:t>
            </a:r>
          </a:p>
          <a:p>
            <a:pPr algn="just"/>
            <a:r>
              <a:rPr lang="en-GB" dirty="0"/>
              <a:t>Act via </a:t>
            </a:r>
            <a:r>
              <a:rPr lang="en-GB" b="1" dirty="0"/>
              <a:t>metabotropic (G-protein-coupled)</a:t>
            </a:r>
            <a:r>
              <a:rPr lang="en-GB" dirty="0"/>
              <a:t> receptors with slower onset and longer duration.</a:t>
            </a:r>
          </a:p>
          <a:p>
            <a:pPr algn="just"/>
            <a:r>
              <a:rPr lang="en-GB" dirty="0"/>
              <a:t>These slower, multistep process with alterations in second messengers and membrane effects can last from many milliseconds to as long as a second. </a:t>
            </a:r>
          </a:p>
          <a:p>
            <a:pPr algn="just"/>
            <a:r>
              <a:rPr lang="en-GB" dirty="0"/>
              <a:t>A slow (long-acting) signal can influence the overall tone of a neuron because it can modulate the signals of several other fast neurotransmitters acting on the same neuron.</a:t>
            </a:r>
          </a:p>
          <a:p>
            <a:pPr algn="just"/>
            <a:r>
              <a:rPr lang="en-GB" dirty="0"/>
              <a:t>For this reason, slow neurotransmitters can also be called neuromodulators.</a:t>
            </a: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01330-FD31-6BEF-FE4C-399A1149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B33637-8C15-4C26-950E-4FFB9B039822}" type="slidenum">
              <a:rPr kumimoji="0" lang="en-N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NG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819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E5BB-12B9-3655-C3DF-3E5E3CA0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B050"/>
                </a:solidFill>
              </a:rPr>
              <a:t>Neurotransmitter Dysfunction and Clinical Disorders (</a:t>
            </a:r>
            <a:r>
              <a:rPr lang="cy-GB" dirty="0"/>
              <a:t>1️⃣ </a:t>
            </a:r>
            <a:r>
              <a:rPr lang="cy-GB" b="1" dirty="0"/>
              <a:t>Excitatory Neurotransmitters</a:t>
            </a:r>
            <a:r>
              <a:rPr lang="cy-GB" dirty="0"/>
              <a:t>)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FD4C9D-8AE3-7FA4-6BE3-0551DB34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24</a:t>
            </a:fld>
            <a:endParaRPr lang="en-NG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C3BE394-63B3-6FEE-D750-C65C787EB5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7514519"/>
              </p:ext>
            </p:extLst>
          </p:nvPr>
        </p:nvGraphicFramePr>
        <p:xfrm>
          <a:off x="696686" y="1917800"/>
          <a:ext cx="10798628" cy="480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657">
                  <a:extLst>
                    <a:ext uri="{9D8B030D-6E8A-4147-A177-3AD203B41FA5}">
                      <a16:colId xmlns:a16="http://schemas.microsoft.com/office/drawing/2014/main" val="2885348094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4219951757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424196029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3485719376"/>
                    </a:ext>
                  </a:extLst>
                </a:gridCol>
              </a:tblGrid>
              <a:tr h="54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Neurotransmitter</a:t>
                      </a: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Major Function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Deficiency / Reduced Activity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Excess / Overactivity</a:t>
                      </a:r>
                      <a:endParaRPr lang="cy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2143891"/>
                  </a:ext>
                </a:extLst>
              </a:tr>
              <a:tr h="172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cy-GB" b="1" dirty="0"/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cy-GB" b="1" dirty="0"/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cy-GB" b="1" dirty="0"/>
                        <a:t>Norepinephrine (NE)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cy-GB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y-GB" b="1" dirty="0"/>
                        <a:t>Receptors</a:t>
                      </a:r>
                      <a:r>
                        <a:rPr lang="cy-GB" dirty="0"/>
                        <a:t>: </a:t>
                      </a:r>
                      <a:r>
                        <a:rPr lang="el-GR" dirty="0"/>
                        <a:t>α1, α2, β1, β2 (</a:t>
                      </a:r>
                      <a:r>
                        <a:rPr lang="cy-GB" dirty="0"/>
                        <a:t>adrenergic GPCRs).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dirty="0"/>
                        <a:t>Excitatory effect on mood, attention, arousal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cy-GB" dirty="0"/>
                        <a:t>Lethargy, poor focus, depression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cy-GB" dirty="0"/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cy-GB" b="1" dirty="0"/>
                        <a:t>Depression, ADHD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cy-GB" dirty="0"/>
                        <a:t>Anxiety, insomnia, hypertension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cy-GB" dirty="0"/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cy-GB" b="1" dirty="0"/>
                        <a:t>Anxiety disorders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010981"/>
                  </a:ext>
                </a:extLst>
              </a:tr>
              <a:tr h="2426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cy-GB" b="1" dirty="0"/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cy-GB" b="1" dirty="0"/>
                        <a:t>Acetylcholine (ACh)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cy-GB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y-GB" sz="1800" b="1" dirty="0"/>
                        <a:t>Receptors: </a:t>
                      </a:r>
                      <a:r>
                        <a:rPr lang="cy-GB" sz="1800" dirty="0"/>
                        <a:t>1) Nicotinic (Nn, Nm): Ligand-gated ion channels.  2) Muscarinic (M1–M5): GPCRs.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dirty="0"/>
                        <a:t>Excitatory at neuromuscular junction and many CNS synapses; learning,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cy-GB" dirty="0"/>
                        <a:t>Memory loss, confusion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GB" b="1" dirty="0"/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b="1" dirty="0"/>
                        <a:t>Alzheimer’s disease, Myasthenia gravis </a:t>
                      </a:r>
                      <a:endParaRPr lang="cy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cy-GB" dirty="0"/>
                        <a:t>Muscle spasm, cholinergic crisis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cy-GB" dirty="0"/>
                        <a:t>Bradycardia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GB" b="1" dirty="0"/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b="1" dirty="0"/>
                        <a:t>Parkinsonian tremors</a:t>
                      </a:r>
                      <a:endParaRPr lang="cy-GB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3314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964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E8089-CD5A-DB3C-42B8-B55C9CD1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7D18-081E-CEE2-31DA-D9184DC6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B050"/>
                </a:solidFill>
              </a:rPr>
              <a:t>Neurotransmitter Dysfunction and Clinical Disorders (</a:t>
            </a:r>
            <a:r>
              <a:rPr lang="cy-GB" dirty="0"/>
              <a:t>1️⃣ </a:t>
            </a:r>
            <a:r>
              <a:rPr lang="cy-GB" b="1" dirty="0"/>
              <a:t>Excitatory Neurotransmitters)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E88E97-027B-0B8E-63EB-4D84EEF7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25</a:t>
            </a:fld>
            <a:endParaRPr lang="en-NG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7CB433F-DCCF-4BCA-516B-ED536EBA07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598458"/>
              </p:ext>
            </p:extLst>
          </p:nvPr>
        </p:nvGraphicFramePr>
        <p:xfrm>
          <a:off x="838200" y="1825625"/>
          <a:ext cx="1037408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3522">
                  <a:extLst>
                    <a:ext uri="{9D8B030D-6E8A-4147-A177-3AD203B41FA5}">
                      <a16:colId xmlns:a16="http://schemas.microsoft.com/office/drawing/2014/main" val="2885348094"/>
                    </a:ext>
                  </a:extLst>
                </a:gridCol>
                <a:gridCol w="2593522">
                  <a:extLst>
                    <a:ext uri="{9D8B030D-6E8A-4147-A177-3AD203B41FA5}">
                      <a16:colId xmlns:a16="http://schemas.microsoft.com/office/drawing/2014/main" val="4219951757"/>
                    </a:ext>
                  </a:extLst>
                </a:gridCol>
                <a:gridCol w="2593522">
                  <a:extLst>
                    <a:ext uri="{9D8B030D-6E8A-4147-A177-3AD203B41FA5}">
                      <a16:colId xmlns:a16="http://schemas.microsoft.com/office/drawing/2014/main" val="424196029"/>
                    </a:ext>
                  </a:extLst>
                </a:gridCol>
                <a:gridCol w="2593522">
                  <a:extLst>
                    <a:ext uri="{9D8B030D-6E8A-4147-A177-3AD203B41FA5}">
                      <a16:colId xmlns:a16="http://schemas.microsoft.com/office/drawing/2014/main" val="3485719376"/>
                    </a:ext>
                  </a:extLst>
                </a:gridCol>
              </a:tblGrid>
              <a:tr h="55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Neurotransmitter</a:t>
                      </a: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Major Function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Deficiency / Reduced Activity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Excess / Overactivity</a:t>
                      </a:r>
                      <a:endParaRPr lang="cy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2143891"/>
                  </a:ext>
                </a:extLst>
              </a:tr>
              <a:tr h="1987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Glutamate</a:t>
                      </a:r>
                    </a:p>
                    <a:p>
                      <a:pPr>
                        <a:buNone/>
                      </a:pPr>
                      <a:endParaRPr lang="cy-GB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y-GB" b="1" dirty="0"/>
                        <a:t>Receptors: </a:t>
                      </a:r>
                      <a:r>
                        <a:rPr lang="cy-GB" dirty="0"/>
                        <a:t>1) Ionotropic: NMDA, AMPA, Kainate. 2) Metabotropic: mGluR (GPCR).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Primary excitatory transmitter; involved in learning, memory, and synaptic plasticity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Cognitive impairment, learning deficits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Autism Spectrum Disorders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Excitotoxicity → neuronal death</a:t>
                      </a:r>
                    </a:p>
                    <a:p>
                      <a:pPr>
                        <a:buNone/>
                      </a:pPr>
                      <a:endParaRPr lang="cy-GB" b="1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Stroke, Epilepsy, Alzheimer’s disease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206030"/>
                  </a:ext>
                </a:extLst>
              </a:tr>
              <a:tr h="1987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Dopamine (DA)</a:t>
                      </a:r>
                    </a:p>
                    <a:p>
                      <a:pPr>
                        <a:buNone/>
                      </a:pPr>
                      <a:endParaRPr lang="cy-GB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y-GB" b="1" dirty="0"/>
                        <a:t>Receptors</a:t>
                      </a:r>
                      <a:r>
                        <a:rPr lang="cy-GB" dirty="0"/>
                        <a:t>: 1) D1-like (D1, D5 → ↑cAMP), 2) D2-like (D2, D3, D4 → ↓cAMP).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Excitation in certain brain regions (mesolimbic, mesocortical); motivation, reward, motor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Bradykinesia, depression,low motivation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y-GB" b="1" dirty="0"/>
                        <a:t>Parkinson’s disease, Depression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Psychosis, euphoria</a:t>
                      </a:r>
                    </a:p>
                    <a:p>
                      <a:pPr>
                        <a:buNone/>
                      </a:pPr>
                      <a:r>
                        <a:rPr lang="cy-GB" dirty="0"/>
                        <a:t>Hyperactivity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Schizophrenia, Mania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958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442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8B39-553B-DF86-42B8-1E8EFC865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7169-A28D-07A3-A0E5-24A9D47A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B050"/>
                </a:solidFill>
              </a:rPr>
              <a:t>Neurotransmitter Dysfunction and Clinical Disorders (</a:t>
            </a:r>
            <a:r>
              <a:rPr lang="cy-GB" dirty="0"/>
              <a:t>2️⃣ </a:t>
            </a:r>
            <a:r>
              <a:rPr lang="cy-GB" b="1" dirty="0"/>
              <a:t>Inhibitory Neurotransmitters</a:t>
            </a:r>
            <a:r>
              <a:rPr lang="cy-GB" dirty="0"/>
              <a:t>)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DB351F-33CB-2BB4-6400-21D71BD9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26</a:t>
            </a:fld>
            <a:endParaRPr lang="en-NG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3565A87-5A1A-62AD-7EA6-DFEEED7A58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164004"/>
              </p:ext>
            </p:extLst>
          </p:nvPr>
        </p:nvGraphicFramePr>
        <p:xfrm>
          <a:off x="838199" y="1825625"/>
          <a:ext cx="10232572" cy="4660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8143">
                  <a:extLst>
                    <a:ext uri="{9D8B030D-6E8A-4147-A177-3AD203B41FA5}">
                      <a16:colId xmlns:a16="http://schemas.microsoft.com/office/drawing/2014/main" val="3227087459"/>
                    </a:ext>
                  </a:extLst>
                </a:gridCol>
                <a:gridCol w="2558143">
                  <a:extLst>
                    <a:ext uri="{9D8B030D-6E8A-4147-A177-3AD203B41FA5}">
                      <a16:colId xmlns:a16="http://schemas.microsoft.com/office/drawing/2014/main" val="3945536941"/>
                    </a:ext>
                  </a:extLst>
                </a:gridCol>
                <a:gridCol w="2558143">
                  <a:extLst>
                    <a:ext uri="{9D8B030D-6E8A-4147-A177-3AD203B41FA5}">
                      <a16:colId xmlns:a16="http://schemas.microsoft.com/office/drawing/2014/main" val="312554252"/>
                    </a:ext>
                  </a:extLst>
                </a:gridCol>
                <a:gridCol w="2558143">
                  <a:extLst>
                    <a:ext uri="{9D8B030D-6E8A-4147-A177-3AD203B41FA5}">
                      <a16:colId xmlns:a16="http://schemas.microsoft.com/office/drawing/2014/main" val="115768925"/>
                    </a:ext>
                  </a:extLst>
                </a:gridCol>
              </a:tblGrid>
              <a:tr h="717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Neurotransmitter</a:t>
                      </a: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Major Function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Deficiency / Reduced Activity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Excess / Overactivity</a:t>
                      </a:r>
                      <a:endParaRPr lang="cy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420903"/>
                  </a:ext>
                </a:extLst>
              </a:tr>
              <a:tr h="2479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GABA (Gamma-Aminobutyric Acid)</a:t>
                      </a:r>
                    </a:p>
                    <a:p>
                      <a:pPr>
                        <a:buNone/>
                      </a:pPr>
                      <a:endParaRPr lang="cy-GB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y-GB" b="1" dirty="0"/>
                        <a:t>Receptors: </a:t>
                      </a:r>
                      <a:r>
                        <a:rPr lang="cy-GB" dirty="0"/>
                        <a:t>1) GABA-A (ionotropic, Cl⁻ channel). 2) GABA-B (metabotropic, GPCR)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Major inhibitory neurotransmitter → reduces neuronal excitability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Anxiety, seizures, insomnia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Epilepsy, Anxiety, Huntington’s 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Sedation, respiratory depression (with drugs)</a:t>
                      </a:r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r>
                        <a:rPr lang="en-GB" b="1" dirty="0"/>
                        <a:t>Ataxia (</a:t>
                      </a:r>
                      <a:r>
                        <a:rPr lang="cy-GB" b="1" dirty="0"/>
                        <a:t>Loss of coordination)</a:t>
                      </a:r>
                      <a:endParaRPr lang="en-GB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403908"/>
                  </a:ext>
                </a:extLst>
              </a:tr>
              <a:tr h="1332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Glycine</a:t>
                      </a:r>
                    </a:p>
                    <a:p>
                      <a:pPr>
                        <a:buNone/>
                      </a:pPr>
                      <a:endParaRPr lang="cy-GB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y-GB" b="1" dirty="0"/>
                        <a:t>Receptors: </a:t>
                      </a:r>
                      <a:r>
                        <a:rPr lang="cy-GB" dirty="0"/>
                        <a:t>Glycine receptor (Cl⁻ channel).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Inhibitory in spinal cord and brainstem → controls motor reflexes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Muscle hyperactivity, convulsions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Hyperekplexia, Spasticity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Reduced movement, lethargy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Schizophrenia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16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905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FCA4-2E9A-907A-773E-1D92AA076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138E-A67C-03FD-A1FD-A5A418956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B050"/>
                </a:solidFill>
              </a:rPr>
              <a:t>Neurotransmitter Dysfunction and Clinical Disorders (</a:t>
            </a:r>
            <a:r>
              <a:rPr lang="cy-GB" dirty="0"/>
              <a:t>2️⃣ </a:t>
            </a:r>
            <a:r>
              <a:rPr lang="cy-GB" b="1" dirty="0"/>
              <a:t>Inhibitory Neurotransmitters</a:t>
            </a:r>
            <a:r>
              <a:rPr lang="cy-GB" dirty="0"/>
              <a:t>)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7C8F6A-E9E4-1677-BE08-5FC6E9F36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27</a:t>
            </a:fld>
            <a:endParaRPr lang="en-NG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42281EF-3F31-FA4F-5D84-950DAFE9B7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61564"/>
              </p:ext>
            </p:extLst>
          </p:nvPr>
        </p:nvGraphicFramePr>
        <p:xfrm>
          <a:off x="838199" y="1825624"/>
          <a:ext cx="10341428" cy="4411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357">
                  <a:extLst>
                    <a:ext uri="{9D8B030D-6E8A-4147-A177-3AD203B41FA5}">
                      <a16:colId xmlns:a16="http://schemas.microsoft.com/office/drawing/2014/main" val="3227087459"/>
                    </a:ext>
                  </a:extLst>
                </a:gridCol>
                <a:gridCol w="2585357">
                  <a:extLst>
                    <a:ext uri="{9D8B030D-6E8A-4147-A177-3AD203B41FA5}">
                      <a16:colId xmlns:a16="http://schemas.microsoft.com/office/drawing/2014/main" val="3945536941"/>
                    </a:ext>
                  </a:extLst>
                </a:gridCol>
                <a:gridCol w="2585357">
                  <a:extLst>
                    <a:ext uri="{9D8B030D-6E8A-4147-A177-3AD203B41FA5}">
                      <a16:colId xmlns:a16="http://schemas.microsoft.com/office/drawing/2014/main" val="312554252"/>
                    </a:ext>
                  </a:extLst>
                </a:gridCol>
                <a:gridCol w="2585357">
                  <a:extLst>
                    <a:ext uri="{9D8B030D-6E8A-4147-A177-3AD203B41FA5}">
                      <a16:colId xmlns:a16="http://schemas.microsoft.com/office/drawing/2014/main" val="115768925"/>
                    </a:ext>
                  </a:extLst>
                </a:gridCol>
              </a:tblGrid>
              <a:tr h="643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Neurotransmitter</a:t>
                      </a: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Major Function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Deficiency / Reduced Activity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Excess / Overactivity</a:t>
                      </a:r>
                      <a:endParaRPr lang="cy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420903"/>
                  </a:ext>
                </a:extLst>
              </a:tr>
              <a:tr h="229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Serotonin (5-HT)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cy-GB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y-GB" b="1" dirty="0"/>
                        <a:t>Receptors: </a:t>
                      </a:r>
                      <a:r>
                        <a:rPr lang="cy-GB" dirty="0"/>
                        <a:t>5-HT1–5-HT7 (all GPCR except 5-HT3, which is ion channel).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Inhibitory in some pathways → mood, sleep, pain modulation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Depressed mood aggression, insomnia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y-GB" b="1" dirty="0"/>
                        <a:t>Depression, OCD, Migraine 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Aggitation, rapid heart rate</a:t>
                      </a:r>
                    </a:p>
                    <a:p>
                      <a:pPr>
                        <a:buNone/>
                      </a:pPr>
                      <a:endParaRPr lang="cy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cy-GB" b="1" dirty="0"/>
                        <a:t>Serotonin syndrome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941731"/>
                  </a:ext>
                </a:extLst>
              </a:tr>
              <a:tr h="1470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Adenosine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General inhibitory modulator → promotes sleep, suppresses arousal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Wakefulness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Insomnia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Excessive sedation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Daytime sleepiness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199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6033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F060-6A0F-AF0C-0318-F2FD8EB8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3276-A19D-71AB-539B-79BFE32A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Neurotransmitter Dysfunction and Clinical Disorders (</a:t>
            </a:r>
            <a:r>
              <a:rPr lang="en-NG" dirty="0"/>
              <a:t>🧩 </a:t>
            </a:r>
            <a:r>
              <a:rPr lang="en-NG" b="1" dirty="0"/>
              <a:t>3️⃣ </a:t>
            </a:r>
            <a:r>
              <a:rPr lang="cy-GB" b="1" dirty="0"/>
              <a:t>Neuromodulators</a:t>
            </a:r>
            <a:r>
              <a:rPr lang="cy-GB" dirty="0"/>
              <a:t>)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55AD58-F327-8756-D668-917A766D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28</a:t>
            </a:fld>
            <a:endParaRPr lang="en-NG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8B4C71D-F397-E600-B6F9-94FDEA1D87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804566"/>
              </p:ext>
            </p:extLst>
          </p:nvPr>
        </p:nvGraphicFramePr>
        <p:xfrm>
          <a:off x="729342" y="1825625"/>
          <a:ext cx="10091056" cy="481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2764">
                  <a:extLst>
                    <a:ext uri="{9D8B030D-6E8A-4147-A177-3AD203B41FA5}">
                      <a16:colId xmlns:a16="http://schemas.microsoft.com/office/drawing/2014/main" val="1378136585"/>
                    </a:ext>
                  </a:extLst>
                </a:gridCol>
                <a:gridCol w="2522764">
                  <a:extLst>
                    <a:ext uri="{9D8B030D-6E8A-4147-A177-3AD203B41FA5}">
                      <a16:colId xmlns:a16="http://schemas.microsoft.com/office/drawing/2014/main" val="3090937782"/>
                    </a:ext>
                  </a:extLst>
                </a:gridCol>
                <a:gridCol w="2522764">
                  <a:extLst>
                    <a:ext uri="{9D8B030D-6E8A-4147-A177-3AD203B41FA5}">
                      <a16:colId xmlns:a16="http://schemas.microsoft.com/office/drawing/2014/main" val="1120841200"/>
                    </a:ext>
                  </a:extLst>
                </a:gridCol>
                <a:gridCol w="2522764">
                  <a:extLst>
                    <a:ext uri="{9D8B030D-6E8A-4147-A177-3AD203B41FA5}">
                      <a16:colId xmlns:a16="http://schemas.microsoft.com/office/drawing/2014/main" val="684370314"/>
                    </a:ext>
                  </a:extLst>
                </a:gridCol>
              </a:tblGrid>
              <a:tr h="798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Neurotransmitter / Modulator</a:t>
                      </a: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Major Function</a:t>
                      </a: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Deficiency / Reduced Activity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Excess / Overactivity</a:t>
                      </a:r>
                      <a:endParaRPr lang="cy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430786"/>
                  </a:ext>
                </a:extLst>
              </a:tr>
              <a:tr h="2002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Endorphins / Enkephalins / Dynorphins</a:t>
                      </a:r>
                    </a:p>
                    <a:p>
                      <a:pPr>
                        <a:buNone/>
                      </a:pPr>
                      <a:endParaRPr lang="cy-GB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y-GB" b="1" dirty="0"/>
                        <a:t>Receptors:</a:t>
                      </a:r>
                      <a:r>
                        <a:rPr lang="cy-GB" dirty="0"/>
                        <a:t> </a:t>
                      </a:r>
                      <a:r>
                        <a:rPr lang="el-GR" dirty="0"/>
                        <a:t>μ/δ/κ </a:t>
                      </a:r>
                      <a:r>
                        <a:rPr lang="cy-GB" dirty="0"/>
                        <a:t>opioid receptors for enkephalins/endorphins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Endogenous opioids → pain inhibition, mood elevation, stress relief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Increased pain sensitivity, depression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Chronic pain Depression 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Analgesia, euphoria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r>
                        <a:rPr lang="en-GB" b="1" dirty="0"/>
                        <a:t>Opioid addiction</a:t>
                      </a:r>
                      <a:endParaRPr lang="cy-GB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547536"/>
                  </a:ext>
                </a:extLst>
              </a:tr>
              <a:tr h="1729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Substance P</a:t>
                      </a:r>
                    </a:p>
                    <a:p>
                      <a:pPr>
                        <a:buNone/>
                      </a:pPr>
                      <a:endParaRPr lang="cy-GB" b="1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Receptors:</a:t>
                      </a:r>
                      <a:r>
                        <a:rPr lang="cy-GB" dirty="0"/>
                        <a:t> NK1 for Substance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Mediates pain transmission in spinal 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Reduced pain perception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Hypoalgesia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Chronic pain, neuroinflammation</a:t>
                      </a:r>
                    </a:p>
                    <a:p>
                      <a:pPr>
                        <a:buNone/>
                      </a:pPr>
                      <a:endParaRPr lang="cy-GB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y-GB" b="1" dirty="0"/>
                        <a:t>Fibromyalgia, inflammatory pain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44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969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0A72-7843-CB9A-CCEB-24844DEC5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EC68B-91D8-DBDB-9047-454AB183D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Neurotransmitter Dysfunction and Clinical Disorders (</a:t>
            </a:r>
            <a:r>
              <a:rPr lang="en-NG" dirty="0"/>
              <a:t>🧩 </a:t>
            </a:r>
            <a:r>
              <a:rPr lang="en-NG" b="1" dirty="0"/>
              <a:t>3️⃣ </a:t>
            </a:r>
            <a:r>
              <a:rPr lang="cy-GB" b="1" dirty="0"/>
              <a:t>Neuromodulators</a:t>
            </a:r>
            <a:r>
              <a:rPr lang="cy-GB" dirty="0"/>
              <a:t>)</a:t>
            </a:r>
            <a:endParaRPr lang="en-NG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E7E9B4-A1E9-1337-E4FA-55486475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3637-8C15-4C26-950E-4FFB9B039822}" type="slidenum">
              <a:rPr lang="en-NG" smtClean="0"/>
              <a:t>29</a:t>
            </a:fld>
            <a:endParaRPr lang="en-NG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24F5C9C-EB89-9795-90B2-D0C3A9D6D6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4522312"/>
              </p:ext>
            </p:extLst>
          </p:nvPr>
        </p:nvGraphicFramePr>
        <p:xfrm>
          <a:off x="838200" y="1825625"/>
          <a:ext cx="10199916" cy="424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979">
                  <a:extLst>
                    <a:ext uri="{9D8B030D-6E8A-4147-A177-3AD203B41FA5}">
                      <a16:colId xmlns:a16="http://schemas.microsoft.com/office/drawing/2014/main" val="1378136585"/>
                    </a:ext>
                  </a:extLst>
                </a:gridCol>
                <a:gridCol w="2549979">
                  <a:extLst>
                    <a:ext uri="{9D8B030D-6E8A-4147-A177-3AD203B41FA5}">
                      <a16:colId xmlns:a16="http://schemas.microsoft.com/office/drawing/2014/main" val="3090937782"/>
                    </a:ext>
                  </a:extLst>
                </a:gridCol>
                <a:gridCol w="2549979">
                  <a:extLst>
                    <a:ext uri="{9D8B030D-6E8A-4147-A177-3AD203B41FA5}">
                      <a16:colId xmlns:a16="http://schemas.microsoft.com/office/drawing/2014/main" val="1120841200"/>
                    </a:ext>
                  </a:extLst>
                </a:gridCol>
                <a:gridCol w="2549979">
                  <a:extLst>
                    <a:ext uri="{9D8B030D-6E8A-4147-A177-3AD203B41FA5}">
                      <a16:colId xmlns:a16="http://schemas.microsoft.com/office/drawing/2014/main" val="684370314"/>
                    </a:ext>
                  </a:extLst>
                </a:gridCol>
              </a:tblGrid>
              <a:tr h="84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Neurotransmitter / Modulator</a:t>
                      </a: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Major Function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Deficiency / Reduced Activity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Excess / Overactivity</a:t>
                      </a:r>
                      <a:endParaRPr lang="cy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430786"/>
                  </a:ext>
                </a:extLst>
              </a:tr>
              <a:tr h="1933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/>
                        <a:t>Nitric Oxide (NO)</a:t>
                      </a:r>
                      <a:endParaRPr lang="cy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Gaseous modulator → vasodilation, memory, synaptic plasticity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Impaired memory, poor learning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Cognitive impairment</a:t>
                      </a:r>
                    </a:p>
                    <a:p>
                      <a:pPr>
                        <a:buNone/>
                      </a:pPr>
                      <a:r>
                        <a:rPr lang="cy-GB" b="1" dirty="0"/>
                        <a:t>Sexual Dysfunction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Neuronal damage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endParaRPr lang="cy-GB" b="1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Stroke</a:t>
                      </a:r>
                    </a:p>
                    <a:p>
                      <a:pPr>
                        <a:buNone/>
                      </a:pPr>
                      <a:r>
                        <a:rPr lang="cy-GB" b="1" dirty="0"/>
                        <a:t>Migraine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89116"/>
                  </a:ext>
                </a:extLst>
              </a:tr>
              <a:tr h="1208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b="1" dirty="0"/>
                        <a:t>Histamine</a:t>
                      </a:r>
                    </a:p>
                    <a:p>
                      <a:pPr>
                        <a:buNone/>
                      </a:pPr>
                      <a:endParaRPr lang="cy-GB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y-GB" b="1" dirty="0"/>
                        <a:t>Receptors</a:t>
                      </a:r>
                      <a:r>
                        <a:rPr lang="cy-GB" dirty="0"/>
                        <a:t>: H1, H2, H3, H4.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/>
                        <a:t>Arousal, wakefulness, appetite regulation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Sedation, drowsiness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Appetite Disorders</a:t>
                      </a:r>
                    </a:p>
                    <a:p>
                      <a:pPr>
                        <a:buNone/>
                      </a:pPr>
                      <a:r>
                        <a:rPr lang="cy-GB" b="1" dirty="0"/>
                        <a:t>Narcolepsy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y-GB" dirty="0"/>
                        <a:t>Insomnia, anxiety</a:t>
                      </a:r>
                    </a:p>
                    <a:p>
                      <a:pPr>
                        <a:buNone/>
                      </a:pPr>
                      <a:endParaRPr lang="cy-GB" dirty="0"/>
                    </a:p>
                    <a:p>
                      <a:pPr>
                        <a:buNone/>
                      </a:pPr>
                      <a:r>
                        <a:rPr lang="cy-GB" b="1" dirty="0"/>
                        <a:t>Allergic reactions</a:t>
                      </a:r>
                    </a:p>
                    <a:p>
                      <a:pPr>
                        <a:buNone/>
                      </a:pPr>
                      <a:r>
                        <a:rPr lang="cy-GB" b="1" dirty="0"/>
                        <a:t>Motion Sickness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365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419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2512</Words>
  <Application>Microsoft Office PowerPoint</Application>
  <PresentationFormat>Widescreen</PresentationFormat>
  <Paragraphs>364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 PHA 401 Introduction to CNS Pharmacology   2025/26 Session</vt:lpstr>
      <vt:lpstr>Course outline </vt:lpstr>
      <vt:lpstr>PowerPoint Presentation</vt:lpstr>
      <vt:lpstr>Introduction to the CNS </vt:lpstr>
      <vt:lpstr>Functions of the CNS (In summary)</vt:lpstr>
      <vt:lpstr>Disorders of the CNS</vt:lpstr>
      <vt:lpstr>CNS Pharmacology</vt:lpstr>
      <vt:lpstr>Blood–Brain Barrier and Cerebrospinal Fluid </vt:lpstr>
      <vt:lpstr>The Blood–Brain Barrier (BBB)</vt:lpstr>
      <vt:lpstr> Functions of the BBB </vt:lpstr>
      <vt:lpstr>Cerebrospinal Fluid (CSF)</vt:lpstr>
      <vt:lpstr>General Mechanisms of CNS Drug Action</vt:lpstr>
      <vt:lpstr>Major Categories of CNS Drugs</vt:lpstr>
      <vt:lpstr>Neurotransmission</vt:lpstr>
      <vt:lpstr>Neurotransmission contd...</vt:lpstr>
      <vt:lpstr>Types of Transmission</vt:lpstr>
      <vt:lpstr>Steps in Chemical Neurotransmission</vt:lpstr>
      <vt:lpstr>Neurotransmitters and Classification</vt:lpstr>
      <vt:lpstr>Based on chemical structure </vt:lpstr>
      <vt:lpstr>Based on chemical structure </vt:lpstr>
      <vt:lpstr>Classification based on function</vt:lpstr>
      <vt:lpstr>Based on mechanism of action</vt:lpstr>
      <vt:lpstr>Based on mechanism of action contd…</vt:lpstr>
      <vt:lpstr>Neurotransmitter Dysfunction and Clinical Disorders (1️⃣ Excitatory Neurotransmitters)</vt:lpstr>
      <vt:lpstr>Neurotransmitter Dysfunction and Clinical Disorders (1️⃣ Excitatory Neurotransmitters)</vt:lpstr>
      <vt:lpstr>Neurotransmitter Dysfunction and Clinical Disorders (2️⃣ Inhibitory Neurotransmitters)</vt:lpstr>
      <vt:lpstr>Neurotransmitter Dysfunction and Clinical Disorders (2️⃣ Inhibitory Neurotransmitters)</vt:lpstr>
      <vt:lpstr>Neurotransmitter Dysfunction and Clinical Disorders (🧩 3️⃣ Neuromodulators)</vt:lpstr>
      <vt:lpstr>Neurotransmitter Dysfunction and Clinical Disorders (🧩 3️⃣ Neuromodulators)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Meena O.</dc:creator>
  <cp:lastModifiedBy>Meena O.</cp:lastModifiedBy>
  <cp:revision>1</cp:revision>
  <dcterms:created xsi:type="dcterms:W3CDTF">2025-10-04T14:13:30Z</dcterms:created>
  <dcterms:modified xsi:type="dcterms:W3CDTF">2025-10-24T08:27:05Z</dcterms:modified>
</cp:coreProperties>
</file>